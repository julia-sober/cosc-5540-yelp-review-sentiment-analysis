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DD6"/>
          </a:solidFill>
        </a:fill>
      </a:tcStyle>
    </a:wholeTbl>
    <a:band2H>
      <a:tcTxStyle b="def" i="def"/>
      <a:tcStyle>
        <a:tcBdr/>
        <a:fill>
          <a:solidFill>
            <a:srgbClr val="E6E7EC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DD6"/>
          </a:solidFill>
        </a:fill>
      </a:tcStyle>
    </a:wholeTbl>
    <a:band2H>
      <a:tcTxStyle b="def" i="def"/>
      <a:tcStyle>
        <a:tcBdr/>
        <a:fill>
          <a:solidFill>
            <a:srgbClr val="E6E7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E0EC"/>
          </a:solidFill>
        </a:fill>
      </a:tcStyle>
    </a:wholeTbl>
    <a:band2H>
      <a:tcTxStyle b="def" i="def"/>
      <a:tcStyle>
        <a:tcBdr/>
        <a:fill>
          <a:solidFill>
            <a:srgbClr val="E6F0F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CACB"/>
          </a:solidFill>
        </a:fill>
      </a:tcStyle>
    </a:wholeTbl>
    <a:band2H>
      <a:tcTxStyle b="def" i="def"/>
      <a:tcStyle>
        <a:tcBdr/>
        <a:fill>
          <a:solidFill>
            <a:srgbClr val="E9E6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25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6" name="Shape 25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Text"/>
          <p:cNvSpPr txBox="1"/>
          <p:nvPr>
            <p:ph type="title"/>
          </p:nvPr>
        </p:nvSpPr>
        <p:spPr>
          <a:xfrm>
            <a:off x="427893" y="530103"/>
            <a:ext cx="5267658" cy="173195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" name="Body Level One…"/>
          <p:cNvSpPr txBox="1"/>
          <p:nvPr>
            <p:ph type="body" sz="quarter" idx="1"/>
          </p:nvPr>
        </p:nvSpPr>
        <p:spPr>
          <a:xfrm>
            <a:off x="427896" y="2479367"/>
            <a:ext cx="5267655" cy="978611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0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0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0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0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" name="Slide Number"/>
          <p:cNvSpPr txBox="1"/>
          <p:nvPr>
            <p:ph type="sldNum" sz="quarter" idx="2"/>
          </p:nvPr>
        </p:nvSpPr>
        <p:spPr>
          <a:xfrm>
            <a:off x="427896" y="6210695"/>
            <a:ext cx="203020" cy="1930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4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" name="Title Text"/>
          <p:cNvSpPr txBox="1"/>
          <p:nvPr>
            <p:ph type="title"/>
          </p:nvPr>
        </p:nvSpPr>
        <p:spPr>
          <a:xfrm>
            <a:off x="722312" y="4406905"/>
            <a:ext cx="7772401" cy="1362079"/>
          </a:xfrm>
          <a:prstGeom prst="rect">
            <a:avLst/>
          </a:prstGeom>
        </p:spPr>
        <p:txBody>
          <a:bodyPr/>
          <a:lstStyle>
            <a:lvl1pPr>
              <a:defRPr cap="all" sz="3000"/>
            </a:lvl1pPr>
          </a:lstStyle>
          <a:p>
            <a:pPr/>
            <a:r>
              <a:t>Title Text</a:t>
            </a:r>
          </a:p>
        </p:txBody>
      </p:sp>
      <p:sp>
        <p:nvSpPr>
          <p:cNvPr id="36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91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1pPr>
            <a:lvl2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2pPr>
            <a:lvl3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3pPr>
            <a:lvl4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4pPr>
            <a:lvl5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5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5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9" name="Slide Number"/>
          <p:cNvSpPr txBox="1"/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0" name="Slide Number"/>
          <p:cNvSpPr txBox="1"/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7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79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0" name="Slide Number"/>
          <p:cNvSpPr txBox="1"/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8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0" name="Title Text"/>
          <p:cNvSpPr txBox="1"/>
          <p:nvPr>
            <p:ph type="title"/>
          </p:nvPr>
        </p:nvSpPr>
        <p:spPr>
          <a:xfrm>
            <a:off x="457203" y="273050"/>
            <a:ext cx="3008316" cy="1162050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pPr/>
            <a:r>
              <a:t>Title Text</a:t>
            </a:r>
          </a:p>
        </p:txBody>
      </p:sp>
      <p:sp>
        <p:nvSpPr>
          <p:cNvPr id="91" name="Body Level One…"/>
          <p:cNvSpPr txBox="1"/>
          <p:nvPr>
            <p:ph type="body" idx="1"/>
          </p:nvPr>
        </p:nvSpPr>
        <p:spPr>
          <a:xfrm>
            <a:off x="3575050" y="273056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2" name="Text Placeholder 3"/>
          <p:cNvSpPr/>
          <p:nvPr>
            <p:ph type="body" sz="half" idx="21"/>
          </p:nvPr>
        </p:nvSpPr>
        <p:spPr>
          <a:xfrm>
            <a:off x="457201" y="1435103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3" name="Slide Number"/>
          <p:cNvSpPr txBox="1"/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0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3" name="Title Text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pPr/>
            <a:r>
              <a:t>Title Text</a:t>
            </a:r>
          </a:p>
        </p:txBody>
      </p:sp>
      <p:sp>
        <p:nvSpPr>
          <p:cNvPr id="104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05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4" cy="80486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"/>
              </a:spcBef>
              <a:buSzTx/>
              <a:buFontTx/>
              <a:buNone/>
              <a:defRPr sz="1000"/>
            </a:lvl1pPr>
            <a:lvl2pPr marL="0" indent="0">
              <a:spcBef>
                <a:spcPts val="200"/>
              </a:spcBef>
              <a:buSzTx/>
              <a:buFontTx/>
              <a:buNone/>
              <a:defRPr sz="1000"/>
            </a:lvl2pPr>
            <a:lvl3pPr marL="0" indent="0">
              <a:spcBef>
                <a:spcPts val="200"/>
              </a:spcBef>
              <a:buSzTx/>
              <a:buFontTx/>
              <a:buNone/>
              <a:defRPr sz="1000"/>
            </a:lvl3pPr>
            <a:lvl4pPr marL="0" indent="0">
              <a:spcBef>
                <a:spcPts val="200"/>
              </a:spcBef>
              <a:buSzTx/>
              <a:buFontTx/>
              <a:buNone/>
              <a:defRPr sz="1000"/>
            </a:lvl4pPr>
            <a:lvl5pPr marL="0" indent="0">
              <a:spcBef>
                <a:spcPts val="200"/>
              </a:spcBef>
              <a:buSzTx/>
              <a:buFontTx/>
              <a:buNone/>
              <a:defRPr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6" name="Slide Number"/>
          <p:cNvSpPr txBox="1"/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1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115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17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1800"/>
            </a:lvl1pPr>
            <a:lvl2pPr marL="0" indent="0">
              <a:buSzTx/>
              <a:buFontTx/>
              <a:buNone/>
              <a:defRPr b="1" sz="1800"/>
            </a:lvl2pPr>
            <a:lvl3pPr marL="0" indent="0">
              <a:buSzTx/>
              <a:buFontTx/>
              <a:buNone/>
              <a:defRPr b="1" sz="1800"/>
            </a:lvl3pPr>
            <a:lvl4pPr marL="0" indent="0">
              <a:buSzTx/>
              <a:buFontTx/>
              <a:buNone/>
              <a:defRPr b="1" sz="1800"/>
            </a:lvl4pPr>
            <a:lvl5pPr marL="0" indent="0">
              <a:buSzTx/>
              <a:buFontTx/>
              <a:buNone/>
              <a:defRPr b="1" sz="1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8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2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28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9" name="Title Text"/>
          <p:cNvSpPr txBox="1"/>
          <p:nvPr>
            <p:ph type="title"/>
          </p:nvPr>
        </p:nvSpPr>
        <p:spPr>
          <a:xfrm>
            <a:off x="427893" y="530103"/>
            <a:ext cx="5267657" cy="1731952"/>
          </a:xfrm>
          <a:prstGeom prst="rect">
            <a:avLst/>
          </a:prstGeom>
        </p:spPr>
        <p:txBody>
          <a:bodyPr lIns="45719" tIns="45719" rIns="45719" bIns="45719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30" name="Body Level One…"/>
          <p:cNvSpPr txBox="1"/>
          <p:nvPr>
            <p:ph type="body" sz="quarter" idx="1"/>
          </p:nvPr>
        </p:nvSpPr>
        <p:spPr>
          <a:xfrm>
            <a:off x="427896" y="2479367"/>
            <a:ext cx="5267655" cy="978608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342991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685982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028974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371965">
              <a:buSzTx/>
              <a:buFontTx/>
              <a:buNone/>
              <a:defRPr b="1" sz="2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1" name="Slide Number"/>
          <p:cNvSpPr txBox="1"/>
          <p:nvPr>
            <p:ph type="sldNum" sz="quarter" idx="2"/>
          </p:nvPr>
        </p:nvSpPr>
        <p:spPr>
          <a:xfrm>
            <a:off x="427896" y="621069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39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1" name="Title Text"/>
          <p:cNvSpPr txBox="1"/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r>
              <a:t>Title Text</a:t>
            </a:r>
          </a:p>
        </p:txBody>
      </p:sp>
      <p:sp>
        <p:nvSpPr>
          <p:cNvPr id="142" name="Body Level One…"/>
          <p:cNvSpPr txBox="1"/>
          <p:nvPr>
            <p:ph type="body" idx="1"/>
          </p:nvPr>
        </p:nvSpPr>
        <p:spPr>
          <a:xfrm>
            <a:off x="213474" y="1338867"/>
            <a:ext cx="8686427" cy="4262712"/>
          </a:xfrm>
          <a:prstGeom prst="rect">
            <a:avLst/>
          </a:prstGeom>
        </p:spPr>
        <p:txBody>
          <a:bodyPr lIns="45719" tIns="45719" rIns="45719" bIns="45719"/>
          <a:lstStyle>
            <a:lvl1pPr marL="257243" indent="-257243"/>
            <a:lvl2pPr marL="587985" indent="-244994"/>
            <a:lvl3pPr marL="914644" indent="-228661"/>
            <a:lvl4pPr marL="1303367" indent="-274393"/>
            <a:lvl5pPr marL="1646358" indent="-274393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3" name="Slide Number"/>
          <p:cNvSpPr txBox="1"/>
          <p:nvPr>
            <p:ph type="sldNum" sz="quarter" idx="2"/>
          </p:nvPr>
        </p:nvSpPr>
        <p:spPr>
          <a:xfrm>
            <a:off x="6553200" y="6172200"/>
            <a:ext cx="21336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5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52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3" name="Title Text"/>
          <p:cNvSpPr txBox="1"/>
          <p:nvPr>
            <p:ph type="title"/>
          </p:nvPr>
        </p:nvSpPr>
        <p:spPr>
          <a:xfrm>
            <a:off x="722312" y="4406905"/>
            <a:ext cx="7772401" cy="1362076"/>
          </a:xfrm>
          <a:prstGeom prst="rect">
            <a:avLst/>
          </a:prstGeom>
        </p:spPr>
        <p:txBody>
          <a:bodyPr lIns="45719" tIns="45719" rIns="45719" bIns="45719"/>
          <a:lstStyle>
            <a:lvl1pPr>
              <a:defRPr cap="all" sz="3000"/>
            </a:lvl1pPr>
          </a:lstStyle>
          <a:p>
            <a:pPr/>
            <a:r>
              <a:t>Title Text</a:t>
            </a:r>
          </a:p>
        </p:txBody>
      </p:sp>
      <p:sp>
        <p:nvSpPr>
          <p:cNvPr id="154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lIns="45719" tIns="45719" rIns="45719" bIns="45719" anchor="b"/>
          <a:lstStyle>
            <a:lvl1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1pPr>
            <a:lvl2pPr marL="0" indent="342991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2pPr>
            <a:lvl3pPr marL="0" indent="685982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3pPr>
            <a:lvl4pPr marL="0" indent="1028974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4pPr>
            <a:lvl5pPr marL="0" indent="1371965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xfrm>
            <a:off x="6553200" y="6172200"/>
            <a:ext cx="21336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6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5" name="Title Text"/>
          <p:cNvSpPr txBox="1"/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r>
              <a:t>Title Text</a:t>
            </a:r>
          </a:p>
        </p:txBody>
      </p:sp>
      <p:sp>
        <p:nvSpPr>
          <p:cNvPr id="166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7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75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6" name="Title Text"/>
          <p:cNvSpPr txBox="1"/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r>
              <a:t>Title Text</a:t>
            </a:r>
          </a:p>
        </p:txBody>
      </p:sp>
      <p:sp>
        <p:nvSpPr>
          <p:cNvPr id="177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85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86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7" name="Title Text"/>
          <p:cNvSpPr txBox="1"/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r>
              <a:t>Title Text</a:t>
            </a:r>
          </a:p>
        </p:txBody>
      </p:sp>
      <p:sp>
        <p:nvSpPr>
          <p:cNvPr id="188" name="Body Level One…"/>
          <p:cNvSpPr txBox="1"/>
          <p:nvPr>
            <p:ph type="body" sz="half" idx="1"/>
          </p:nvPr>
        </p:nvSpPr>
        <p:spPr>
          <a:xfrm>
            <a:off x="457200" y="1600206"/>
            <a:ext cx="4038600" cy="4525963"/>
          </a:xfrm>
          <a:prstGeom prst="rect">
            <a:avLst/>
          </a:prstGeom>
        </p:spPr>
        <p:txBody>
          <a:bodyPr lIns="45719" tIns="45719" rIns="45719" bIns="45719"/>
          <a:lstStyle>
            <a:lvl1pPr marL="257243" indent="-257243">
              <a:defRPr sz="2100"/>
            </a:lvl1pPr>
            <a:lvl2pPr marL="593089" indent="-250098">
              <a:defRPr sz="2100"/>
            </a:lvl2pPr>
            <a:lvl3pPr marL="926077" indent="-240094">
              <a:defRPr sz="2100"/>
            </a:lvl3pPr>
            <a:lvl4pPr marL="1306006" indent="-277032">
              <a:defRPr sz="2100"/>
            </a:lvl4pPr>
            <a:lvl5pPr marL="1648997" indent="-277032"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9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9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198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9" name="Title Text"/>
          <p:cNvSpPr txBox="1"/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r>
              <a:t>Title Text</a:t>
            </a:r>
          </a:p>
        </p:txBody>
      </p:sp>
      <p:sp>
        <p:nvSpPr>
          <p:cNvPr id="200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lIns="45719" tIns="45719" rIns="45719" bIns="45719" anchor="b"/>
          <a:lstStyle>
            <a:lvl1pPr marL="0" indent="0">
              <a:spcBef>
                <a:spcPts val="400"/>
              </a:spcBef>
              <a:buSzTx/>
              <a:buFontTx/>
              <a:buNone/>
              <a:defRPr b="1" sz="1800"/>
            </a:lvl1pPr>
            <a:lvl2pPr marL="0" indent="342991">
              <a:spcBef>
                <a:spcPts val="400"/>
              </a:spcBef>
              <a:buSzTx/>
              <a:buFontTx/>
              <a:buNone/>
              <a:defRPr b="1" sz="1800"/>
            </a:lvl2pPr>
            <a:lvl3pPr marL="0" indent="685982">
              <a:spcBef>
                <a:spcPts val="400"/>
              </a:spcBef>
              <a:buSzTx/>
              <a:buFontTx/>
              <a:buNone/>
              <a:defRPr b="1" sz="1800"/>
            </a:lvl3pPr>
            <a:lvl4pPr marL="0" indent="1028974">
              <a:spcBef>
                <a:spcPts val="400"/>
              </a:spcBef>
              <a:buSzTx/>
              <a:buFontTx/>
              <a:buNone/>
              <a:defRPr b="1" sz="1800"/>
            </a:lvl4pPr>
            <a:lvl5pPr marL="0" indent="1371965">
              <a:spcBef>
                <a:spcPts val="400"/>
              </a:spcBef>
              <a:buSzTx/>
              <a:buFontTx/>
              <a:buNone/>
              <a:defRPr b="1" sz="1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1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lIns="45719" tIns="45719" rIns="45719" bIns="45719" anchor="b"/>
          <a:lstStyle/>
          <a:p>
            <a:pPr marL="0" indent="0">
              <a:spcBef>
                <a:spcPts val="400"/>
              </a:spcBef>
              <a:buSzTx/>
              <a:buFontTx/>
              <a:buNone/>
              <a:defRPr b="1" sz="1800"/>
            </a:pPr>
          </a:p>
        </p:txBody>
      </p:sp>
      <p:sp>
        <p:nvSpPr>
          <p:cNvPr id="202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1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211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2" name="Title Text"/>
          <p:cNvSpPr txBox="1"/>
          <p:nvPr>
            <p:ph type="title"/>
          </p:nvPr>
        </p:nvSpPr>
        <p:spPr>
          <a:xfrm>
            <a:off x="213474" y="341768"/>
            <a:ext cx="8686427" cy="878968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r>
              <a:t>Title Text</a:t>
            </a:r>
          </a:p>
        </p:txBody>
      </p:sp>
      <p:sp>
        <p:nvSpPr>
          <p:cNvPr id="213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2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3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3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3" name="Title Text"/>
          <p:cNvSpPr txBox="1"/>
          <p:nvPr>
            <p:ph type="title"/>
          </p:nvPr>
        </p:nvSpPr>
        <p:spPr>
          <a:xfrm>
            <a:off x="457203" y="273050"/>
            <a:ext cx="3008314" cy="1162050"/>
          </a:xfrm>
          <a:prstGeom prst="rect">
            <a:avLst/>
          </a:prstGeom>
        </p:spPr>
        <p:txBody>
          <a:bodyPr lIns="45719" tIns="45719" rIns="45719" bIns="45719" anchor="b"/>
          <a:lstStyle>
            <a:lvl1pPr>
              <a:defRPr sz="1500"/>
            </a:lvl1pPr>
          </a:lstStyle>
          <a:p>
            <a:pPr/>
            <a:r>
              <a:t>Title Text</a:t>
            </a:r>
          </a:p>
        </p:txBody>
      </p:sp>
      <p:sp>
        <p:nvSpPr>
          <p:cNvPr id="234" name="Body Level One…"/>
          <p:cNvSpPr txBox="1"/>
          <p:nvPr>
            <p:ph type="body" idx="1"/>
          </p:nvPr>
        </p:nvSpPr>
        <p:spPr>
          <a:xfrm>
            <a:off x="3575050" y="273056"/>
            <a:ext cx="5111750" cy="5853113"/>
          </a:xfrm>
          <a:prstGeom prst="rect">
            <a:avLst/>
          </a:prstGeom>
        </p:spPr>
        <p:txBody>
          <a:bodyPr lIns="45719" tIns="45719" rIns="45719" bIns="45719"/>
          <a:lstStyle>
            <a:lvl1pPr marL="257243" indent="-257243"/>
            <a:lvl2pPr marL="587985" indent="-244994"/>
            <a:lvl3pPr marL="914644" indent="-228661"/>
            <a:lvl4pPr marL="1303367" indent="-274393"/>
            <a:lvl5pPr marL="1646358" indent="-274393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5" name="Text Placeholder 3"/>
          <p:cNvSpPr/>
          <p:nvPr>
            <p:ph type="body" sz="half" idx="21"/>
          </p:nvPr>
        </p:nvSpPr>
        <p:spPr>
          <a:xfrm>
            <a:off x="457202" y="1435103"/>
            <a:ext cx="3008315" cy="4691063"/>
          </a:xfrm>
          <a:prstGeom prst="rect">
            <a:avLst/>
          </a:prstGeom>
        </p:spPr>
        <p:txBody>
          <a:bodyPr lIns="45719" tIns="45719" rIns="45719" bIns="45719"/>
          <a:lstStyle/>
          <a:p>
            <a:pPr marL="0" indent="0">
              <a:spcBef>
                <a:spcPts val="200"/>
              </a:spcBef>
              <a:buSzTx/>
              <a:buFontTx/>
              <a:buNone/>
              <a:defRPr sz="1000"/>
            </a:pPr>
          </a:p>
        </p:txBody>
      </p:sp>
      <p:sp>
        <p:nvSpPr>
          <p:cNvPr id="236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3"/>
          <p:cNvSpPr/>
          <p:nvPr/>
        </p:nvSpPr>
        <p:spPr>
          <a:xfrm>
            <a:off x="-1" y="6049341"/>
            <a:ext cx="9157815" cy="808659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4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6" cy="223846"/>
          </a:xfrm>
          <a:prstGeom prst="rect">
            <a:avLst/>
          </a:prstGeom>
          <a:ln w="12700">
            <a:miter lim="400000"/>
          </a:ln>
        </p:spPr>
      </p:pic>
      <p:sp>
        <p:nvSpPr>
          <p:cNvPr id="245" name="Rectangle 6"/>
          <p:cNvSpPr/>
          <p:nvPr/>
        </p:nvSpPr>
        <p:spPr>
          <a:xfrm>
            <a:off x="-1" y="5956648"/>
            <a:ext cx="9144001" cy="92698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6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lIns="45719" tIns="45719" rIns="45719" bIns="45719" anchor="b"/>
          <a:lstStyle>
            <a:lvl1pPr>
              <a:defRPr sz="1500"/>
            </a:lvl1pPr>
          </a:lstStyle>
          <a:p>
            <a:pPr/>
            <a:r>
              <a:t>Title Text</a:t>
            </a:r>
          </a:p>
        </p:txBody>
      </p:sp>
      <p:sp>
        <p:nvSpPr>
          <p:cNvPr id="247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48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>
              <a:spcBef>
                <a:spcPts val="200"/>
              </a:spcBef>
              <a:buSzTx/>
              <a:buFontTx/>
              <a:buNone/>
              <a:defRPr sz="1000"/>
            </a:lvl1pPr>
            <a:lvl2pPr marL="0" indent="342991">
              <a:spcBef>
                <a:spcPts val="200"/>
              </a:spcBef>
              <a:buSzTx/>
              <a:buFontTx/>
              <a:buNone/>
              <a:defRPr sz="1000"/>
            </a:lvl2pPr>
            <a:lvl3pPr marL="0" indent="685982">
              <a:spcBef>
                <a:spcPts val="200"/>
              </a:spcBef>
              <a:buSzTx/>
              <a:buFontTx/>
              <a:buNone/>
              <a:defRPr sz="1000"/>
            </a:lvl3pPr>
            <a:lvl4pPr marL="0" indent="1028974">
              <a:spcBef>
                <a:spcPts val="200"/>
              </a:spcBef>
              <a:buSzTx/>
              <a:buFontTx/>
              <a:buNone/>
              <a:defRPr sz="1000"/>
            </a:lvl4pPr>
            <a:lvl5pPr marL="0" indent="1371965">
              <a:spcBef>
                <a:spcPts val="200"/>
              </a:spcBef>
              <a:buSzTx/>
              <a:buFontTx/>
              <a:buNone/>
              <a:defRPr sz="1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9" name="Slide Number"/>
          <p:cNvSpPr txBox="1"/>
          <p:nvPr>
            <p:ph type="sldNum" sz="quarter" idx="2"/>
          </p:nvPr>
        </p:nvSpPr>
        <p:spPr>
          <a:xfrm>
            <a:off x="427896" y="6156903"/>
            <a:ext cx="203024" cy="193041"/>
          </a:xfrm>
          <a:prstGeom prst="rect">
            <a:avLst/>
          </a:prstGeom>
        </p:spPr>
        <p:txBody>
          <a:bodyPr lIns="45719" tIns="45719" rIns="45719" bIns="45719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18.xml"/><Relationship Id="rId21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0.xml"/><Relationship Id="rId23" Type="http://schemas.openxmlformats.org/officeDocument/2006/relationships/slideLayout" Target="../slideLayouts/slideLayout2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-1" y="6049340"/>
            <a:ext cx="9157815" cy="808662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831904" y="6371261"/>
            <a:ext cx="3067999" cy="223849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Rectangle 6"/>
          <p:cNvSpPr/>
          <p:nvPr/>
        </p:nvSpPr>
        <p:spPr>
          <a:xfrm>
            <a:off x="-1" y="5956648"/>
            <a:ext cx="9144001" cy="92701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" name="Title Text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6" name="Body Level One…"/>
          <p:cNvSpPr txBox="1"/>
          <p:nvPr>
            <p:ph type="body" idx="1"/>
          </p:nvPr>
        </p:nvSpPr>
        <p:spPr>
          <a:xfrm>
            <a:off x="213474" y="1338867"/>
            <a:ext cx="8686428" cy="426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" name="Slide Number"/>
          <p:cNvSpPr txBox="1"/>
          <p:nvPr>
            <p:ph type="sldNum" sz="quarter" idx="2"/>
          </p:nvPr>
        </p:nvSpPr>
        <p:spPr>
          <a:xfrm>
            <a:off x="6553200" y="6259832"/>
            <a:ext cx="203020" cy="1930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700">
                <a:solidFill>
                  <a:srgbClr val="FFFFFF"/>
                </a:solidFill>
                <a:latin typeface="55 Helvetica Roman"/>
                <a:ea typeface="55 Helvetica Roman"/>
                <a:cs typeface="55 Helvetica Roman"/>
                <a:sym typeface="55 Helvetica Roman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</p:sldLayoutIdLst>
  <p:transition xmlns:p14="http://schemas.microsoft.com/office/powerpoint/2010/main" spd="med" advClick="1"/>
  <p:txStyles>
    <p:titleStyle>
      <a:lvl1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2700" u="none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titleStyle>
    <p:bodyStyle>
      <a:lvl1pPr marL="257242" marR="0" indent="-257242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1pPr>
      <a:lvl2pPr marL="587984" marR="0" indent="-244994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2pPr>
      <a:lvl3pPr marL="914643" marR="0" indent="-228659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3pPr>
      <a:lvl4pPr marL="1303365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4pPr>
      <a:lvl5pPr marL="1646358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5pPr>
      <a:lvl6pPr marL="1989350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6pPr>
      <a:lvl7pPr marL="2332340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7pPr>
      <a:lvl8pPr marL="2675333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8pPr>
      <a:lvl9pPr marL="3018321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400" u="none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9pPr>
    </p:bodyStyle>
    <p:other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1pPr>
      <a:lvl2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2pPr>
      <a:lvl3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3pPr>
      <a:lvl4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4pPr>
      <a:lvl5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5pPr>
      <a:lvl6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6pPr>
      <a:lvl7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7pPr>
      <a:lvl8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8pPr>
      <a:lvl9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ectangle 4"/>
          <p:cNvSpPr/>
          <p:nvPr/>
        </p:nvSpPr>
        <p:spPr>
          <a:xfrm>
            <a:off x="2" y="0"/>
            <a:ext cx="9151874" cy="6858000"/>
          </a:xfrm>
          <a:prstGeom prst="rect">
            <a:avLst/>
          </a:prstGeom>
          <a:solidFill>
            <a:srgbClr val="011B3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9" name="Title 5"/>
          <p:cNvSpPr txBox="1"/>
          <p:nvPr>
            <p:ph type="ctrTitle"/>
          </p:nvPr>
        </p:nvSpPr>
        <p:spPr>
          <a:xfrm>
            <a:off x="626683" y="1502819"/>
            <a:ext cx="8184809" cy="978700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BBBCBC"/>
                </a:solidFill>
              </a:defRPr>
            </a:lvl1pPr>
          </a:lstStyle>
          <a:p>
            <a:pPr/>
            <a:r>
              <a:t>Yelp Dataset Sentiment Analysis</a:t>
            </a:r>
          </a:p>
        </p:txBody>
      </p:sp>
      <p:sp>
        <p:nvSpPr>
          <p:cNvPr id="260" name="Subtitle 6"/>
          <p:cNvSpPr txBox="1"/>
          <p:nvPr>
            <p:ph type="subTitle" sz="quarter" idx="1"/>
          </p:nvPr>
        </p:nvSpPr>
        <p:spPr>
          <a:xfrm>
            <a:off x="626683" y="2397727"/>
            <a:ext cx="3558235" cy="547977"/>
          </a:xfrm>
          <a:prstGeom prst="rect">
            <a:avLst/>
          </a:prstGeom>
        </p:spPr>
        <p:txBody>
          <a:bodyPr/>
          <a:lstStyle>
            <a:lvl1pPr>
              <a:spcBef>
                <a:spcPts val="400"/>
              </a:spcBef>
              <a:defRPr b="0" sz="1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Phase 2: Project Plan</a:t>
            </a:r>
          </a:p>
        </p:txBody>
      </p:sp>
      <p:pic>
        <p:nvPicPr>
          <p:cNvPr id="261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68898" y="4690386"/>
            <a:ext cx="2016792" cy="1422960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Subtitle 6"/>
          <p:cNvSpPr txBox="1"/>
          <p:nvPr/>
        </p:nvSpPr>
        <p:spPr>
          <a:xfrm>
            <a:off x="672402" y="4372202"/>
            <a:ext cx="4131254" cy="14229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Cole Hanrahan and Julia Sober</a:t>
            </a: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COSC 5540</a:t>
            </a:r>
            <a:r>
              <a:rPr b="1">
                <a:latin typeface="Helvetica Neue"/>
                <a:ea typeface="Helvetica Neue"/>
                <a:cs typeface="Helvetica Neue"/>
                <a:sym typeface="Helvetica Neue"/>
              </a:rPr>
              <a:t> — </a:t>
            </a:r>
            <a:r>
              <a:t>Text Mining &amp; Analysis</a:t>
            </a:r>
            <a:endParaRPr b="1">
              <a:latin typeface="Helvetica Neue"/>
              <a:ea typeface="Helvetica Neue"/>
              <a:cs typeface="Helvetica Neue"/>
              <a:sym typeface="Helvetica Neue"/>
            </a:endParaRP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Fall 2025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roject Motivation and Goals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pPr/>
            <a:r>
              <a:t>Project Motivation and Goals</a:t>
            </a:r>
          </a:p>
        </p:txBody>
      </p:sp>
      <p:sp>
        <p:nvSpPr>
          <p:cNvPr id="265" name="Star ratings on Yelp reviews are widely used but can be subjective and inconsistent.…"/>
          <p:cNvSpPr txBox="1"/>
          <p:nvPr>
            <p:ph type="body" idx="1"/>
          </p:nvPr>
        </p:nvSpPr>
        <p:spPr>
          <a:xfrm>
            <a:off x="213473" y="1256420"/>
            <a:ext cx="8239264" cy="4345159"/>
          </a:xfrm>
          <a:prstGeom prst="rect">
            <a:avLst/>
          </a:prstGeom>
        </p:spPr>
        <p:txBody>
          <a:bodyPr/>
          <a:lstStyle/>
          <a:p>
            <a:pPr marL="216084" indent="-216084" defTabSz="288110">
              <a:spcBef>
                <a:spcPts val="400"/>
              </a:spcBef>
              <a:defRPr sz="2000"/>
            </a:pPr>
            <a:r>
              <a:t>Star ratings on Yelp reviews are widely used but can be subjective and inconsistent. </a:t>
            </a:r>
          </a:p>
          <a:p>
            <a:pPr marL="216084" indent="-216084" defTabSz="288110">
              <a:spcBef>
                <a:spcPts val="400"/>
              </a:spcBef>
              <a:defRPr sz="2000"/>
            </a:pPr>
            <a:r>
              <a:t>Predicting ratings from review text can help users gauge sentiment efficiently, businesses pinpoint improvement areas, and researchers better understand satisfaction drivers.</a:t>
            </a:r>
          </a:p>
          <a:p>
            <a:pPr marL="216084" indent="-216084" defTabSz="288110">
              <a:spcBef>
                <a:spcPts val="400"/>
              </a:spcBef>
              <a:defRPr b="1" sz="2000"/>
            </a:pPr>
            <a:r>
              <a:t>We are building on prior work in text-based sentiment and rating prediction, aiming to improve model performance and address gaps in contextual understanding and sentiment analysis.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Insights from Literature Review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pPr/>
            <a:r>
              <a:t>Insights from Literature Review</a:t>
            </a:r>
          </a:p>
        </p:txBody>
      </p:sp>
      <p:sp>
        <p:nvSpPr>
          <p:cNvPr id="268" name="Sentiment classification (positive vs. negative) achieves high accuracy (around 90%), but predicting specific star ratings (1–5) is much harder, with accuracy between 60–65%.…"/>
          <p:cNvSpPr txBox="1"/>
          <p:nvPr>
            <p:ph type="body" idx="1"/>
          </p:nvPr>
        </p:nvSpPr>
        <p:spPr>
          <a:xfrm>
            <a:off x="213474" y="1338867"/>
            <a:ext cx="8686428" cy="4262712"/>
          </a:xfrm>
          <a:prstGeom prst="rect">
            <a:avLst/>
          </a:prstGeom>
        </p:spPr>
        <p:txBody>
          <a:bodyPr/>
          <a:lstStyle/>
          <a:p>
            <a:pPr marL="216084" indent="-216084" defTabSz="288110">
              <a:spcBef>
                <a:spcPts val="400"/>
              </a:spcBef>
              <a:defRPr sz="2000"/>
            </a:pPr>
            <a:r>
              <a:t>Sentiment classification (positive vs. negative) achieves high accuracy (around 90%), but predicting specific star ratings (1–5) is much harder, with accuracy between 60–65%.</a:t>
            </a:r>
          </a:p>
          <a:p>
            <a:pPr marL="216084" indent="-216084" defTabSz="288110">
              <a:spcBef>
                <a:spcPts val="400"/>
              </a:spcBef>
              <a:defRPr sz="2000"/>
            </a:pPr>
            <a:r>
              <a:t>Best traditional features are TF-IDF n-grams, and strong classical models include logistic regression and SVM.</a:t>
            </a:r>
          </a:p>
          <a:p>
            <a:pPr marL="216084" indent="-216084" defTabSz="288110">
              <a:spcBef>
                <a:spcPts val="400"/>
              </a:spcBef>
              <a:defRPr sz="2000"/>
            </a:pPr>
            <a:r>
              <a:t>Deep models like CNNs and BERT offer nuanced understanding but struggle particularly with middle (2–3 star) reviews due to ambiguity and class imbalance. </a:t>
            </a:r>
          </a:p>
          <a:p>
            <a:pPr marL="216084" indent="-216084" defTabSz="288110">
              <a:spcBef>
                <a:spcPts val="400"/>
              </a:spcBef>
              <a:defRPr b="1" sz="2000"/>
            </a:pPr>
            <a:r>
              <a:t>Key gaps:</a:t>
            </a:r>
            <a:r>
              <a:rPr b="0"/>
              <a:t> limited context understanding, dominance of 4/5-star reviews, and need for better model explainability.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Data Preparation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pPr/>
            <a:r>
              <a:t>Data Preparation and Baselines</a:t>
            </a:r>
          </a:p>
        </p:txBody>
      </p:sp>
      <p:sp>
        <p:nvSpPr>
          <p:cNvPr id="271" name="Dataset: Yelp Open Dataset (subset: specific state restaurant reviews).…"/>
          <p:cNvSpPr txBox="1"/>
          <p:nvPr>
            <p:ph type="body" idx="1"/>
          </p:nvPr>
        </p:nvSpPr>
        <p:spPr>
          <a:xfrm>
            <a:off x="213473" y="1338866"/>
            <a:ext cx="8686429" cy="4262715"/>
          </a:xfrm>
          <a:prstGeom prst="rect">
            <a:avLst/>
          </a:prstGeom>
        </p:spPr>
        <p:txBody>
          <a:bodyPr/>
          <a:lstStyle/>
          <a:p>
            <a:pPr marL="488948" indent="-322324" defTabSz="322409">
              <a:lnSpc>
                <a:spcPct val="90000"/>
              </a:lnSpc>
              <a:spcBef>
                <a:spcPts val="400"/>
              </a:spcBef>
              <a:defRPr sz="2200"/>
            </a:pPr>
            <a:r>
              <a:t>Filtered Yelp restaurant reviews, normalized text (lowercasing, punctuation and stopword removal), and derived auxiliary features like review length.</a:t>
            </a:r>
          </a:p>
          <a:p>
            <a:pPr marL="488948" indent="-322324" defTabSz="322409">
              <a:lnSpc>
                <a:spcPct val="90000"/>
              </a:lnSpc>
              <a:spcBef>
                <a:spcPts val="400"/>
              </a:spcBef>
              <a:defRPr sz="2200"/>
            </a:pPr>
            <a:r>
              <a:t>Output: cleaned, balanced dataset ready for modeling and performance benchmarking.</a:t>
            </a:r>
          </a:p>
          <a:p>
            <a:pPr marL="488948" indent="-322324" defTabSz="322409">
              <a:lnSpc>
                <a:spcPct val="90000"/>
              </a:lnSpc>
              <a:spcBef>
                <a:spcPts val="400"/>
              </a:spcBef>
              <a:defRPr sz="2200"/>
            </a:pPr>
            <a:r>
              <a:t>Built baselines with TF-IDF features and classic models (Logistic Regression, Naive Bayes, SVM, Random Forest, Ordinal Logistic Regression).</a:t>
            </a:r>
          </a:p>
          <a:p>
            <a:pPr lvl="1" marL="799844" indent="-322324" defTabSz="322409">
              <a:lnSpc>
                <a:spcPct val="90000"/>
              </a:lnSpc>
              <a:spcBef>
                <a:spcPts val="400"/>
              </a:spcBef>
              <a:buChar char="•"/>
              <a:defRPr sz="2200"/>
            </a:pPr>
            <a:r>
              <a:t>“Binary” = positive/negative/neutral</a:t>
            </a:r>
          </a:p>
          <a:p>
            <a:pPr lvl="1" marL="799844" indent="-322324" defTabSz="322409">
              <a:lnSpc>
                <a:spcPct val="90000"/>
              </a:lnSpc>
              <a:spcBef>
                <a:spcPts val="400"/>
              </a:spcBef>
              <a:buChar char="•"/>
              <a:defRPr sz="2200"/>
            </a:pPr>
            <a:r>
              <a:t>1-5 RRP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Baseline Results (subsample n=500,000)…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pPr/>
            <a:r>
              <a:t>Baseline Results </a:t>
            </a:r>
            <a:r>
              <a:rPr sz="1500"/>
              <a:t>(subsample n=500,000)</a:t>
            </a:r>
            <a:endParaRPr sz="1500"/>
          </a:p>
          <a:p>
            <a:pPr>
              <a:defRPr sz="1600"/>
            </a:pPr>
            <a:r>
              <a:t>Features = Unigram + Bigram + TF_IDF w/ max_features = 10,000</a:t>
            </a:r>
          </a:p>
        </p:txBody>
      </p:sp>
      <p:graphicFrame>
        <p:nvGraphicFramePr>
          <p:cNvPr id="274" name="Table 2"/>
          <p:cNvGraphicFramePr/>
          <p:nvPr/>
        </p:nvGraphicFramePr>
        <p:xfrm>
          <a:off x="250233" y="1118448"/>
          <a:ext cx="8612908" cy="462109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664599"/>
                <a:gridCol w="2745440"/>
                <a:gridCol w="1491620"/>
                <a:gridCol w="1711249"/>
              </a:tblGrid>
              <a:tr h="412101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Model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Classification Type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Accuracy (%)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Macro-F1</a:t>
                      </a:r>
                    </a:p>
                  </a:txBody>
                  <a:tcPr marL="0" marR="0" marT="0" marB="0" anchor="t" anchorCtr="0" horzOverflow="overflow"/>
                </a:tc>
              </a:tr>
              <a:tr h="390844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Logistic Regression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67.66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0.5969</a:t>
                      </a:r>
                    </a:p>
                  </a:txBody>
                  <a:tcPr marL="0" marR="0" marT="0" marB="0" anchor="ctr" anchorCtr="0" horzOverflow="overflow"/>
                </a:tc>
              </a:tr>
              <a:tr h="380559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Naive Bayes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64.15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0.5187</a:t>
                      </a:r>
                    </a:p>
                  </a:txBody>
                  <a:tcPr marL="0" marR="0" marT="0" marB="0" anchor="ctr" anchorCtr="0" horzOverflow="overflow"/>
                </a:tc>
              </a:tr>
              <a:tr h="380559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SVM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44.70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0.4147</a:t>
                      </a:r>
                    </a:p>
                  </a:txBody>
                  <a:tcPr marL="0" marR="0" marT="0" marB="0" anchor="ctr" anchorCtr="0" horzOverflow="overflow"/>
                </a:tc>
              </a:tr>
              <a:tr h="380559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Random Forest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51.96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0.2869</a:t>
                      </a:r>
                    </a:p>
                  </a:txBody>
                  <a:tcPr marL="0" marR="0" marT="0" marB="0" anchor="ctr" anchorCtr="0" horzOverflow="overflow"/>
                </a:tc>
              </a:tr>
              <a:tr h="390844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Ordinal Logistic Regression</a:t>
                      </a:r>
                    </a:p>
                  </a:txBody>
                  <a:tcPr marL="0" marR="0" marT="0" marB="0" anchor="ctr" anchorCtr="0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anchorCtr="0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60.92</a:t>
                      </a:r>
                    </a:p>
                  </a:txBody>
                  <a:tcPr marL="0" marR="0" marT="0" marB="0" anchor="ctr" anchorCtr="0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0.5268</a:t>
                      </a:r>
                    </a:p>
                  </a:txBody>
                  <a:tcPr marL="0" marR="0" marT="0" marB="0" anchor="ctr" anchorCtr="0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</a:tr>
              <a:tr h="466957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Logistic Regression</a:t>
                      </a:r>
                    </a:p>
                  </a:txBody>
                  <a:tcPr marL="0" marR="0" marT="0" marB="0" anchor="ctr" anchorCtr="0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anchorCtr="0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87.43</a:t>
                      </a:r>
                    </a:p>
                  </a:txBody>
                  <a:tcPr marL="0" marR="0" marT="0" marB="0" anchor="ctr" anchorCtr="0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0.7398</a:t>
                      </a:r>
                    </a:p>
                  </a:txBody>
                  <a:tcPr marL="0" marR="0" marT="0" marB="0" anchor="ctr" anchorCtr="0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</a:tr>
              <a:tr h="454667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Naive Bayes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84.45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0.6494</a:t>
                      </a:r>
                    </a:p>
                  </a:txBody>
                  <a:tcPr marL="0" marR="0" marT="0" marB="0" anchor="ctr" anchorCtr="0" horzOverflow="overflow"/>
                </a:tc>
              </a:tr>
              <a:tr h="454667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SVM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60.63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0.5081</a:t>
                      </a:r>
                    </a:p>
                  </a:txBody>
                  <a:tcPr marL="0" marR="0" marT="0" marB="0" anchor="ctr" anchorCtr="0" horzOverflow="overflow"/>
                </a:tc>
              </a:tr>
              <a:tr h="454667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Random Forest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75.83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0.4622</a:t>
                      </a:r>
                    </a:p>
                  </a:txBody>
                  <a:tcPr marL="0" marR="0" marT="0" marB="0" anchor="ctr" anchorCtr="0" horzOverflow="overflow"/>
                </a:tc>
              </a:tr>
              <a:tr h="454667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b="1"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Ordinal Logistic Regression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85.66</a:t>
                      </a:r>
                    </a:p>
                  </a:txBody>
                  <a:tcPr marL="0" marR="0" marT="0" marB="0" anchor="ctr" anchorCtr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0.7133</a:t>
                      </a:r>
                    </a:p>
                  </a:txBody>
                  <a:tcPr marL="0" marR="0" marT="0" marB="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What We Noticed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pPr/>
            <a:r>
              <a:t>What We Noticed (From Baselines)</a:t>
            </a:r>
          </a:p>
        </p:txBody>
      </p:sp>
      <p:sp>
        <p:nvSpPr>
          <p:cNvPr id="277" name="The Pattern:…"/>
          <p:cNvSpPr txBox="1"/>
          <p:nvPr>
            <p:ph type="body" idx="1"/>
          </p:nvPr>
        </p:nvSpPr>
        <p:spPr>
          <a:xfrm>
            <a:off x="213474" y="1338867"/>
            <a:ext cx="8686428" cy="4262712"/>
          </a:xfrm>
          <a:prstGeom prst="rect">
            <a:avLst/>
          </a:prstGeom>
        </p:spPr>
        <p:txBody>
          <a:bodyPr/>
          <a:lstStyle/>
          <a:p>
            <a:pPr marL="241806" indent="-241806" defTabSz="322410">
              <a:spcBef>
                <a:spcPts val="400"/>
              </a:spcBef>
              <a:defRPr sz="2200"/>
            </a:pPr>
            <a:r>
              <a:t>The Pattern:</a:t>
            </a:r>
          </a:p>
          <a:p>
            <a:pPr lvl="1" marL="564217" indent="-241806" defTabSz="322410">
              <a:spcBef>
                <a:spcPts val="400"/>
              </a:spcBef>
              <a:buChar char="•"/>
              <a:defRPr b="1" sz="2200"/>
            </a:pPr>
            <a:r>
              <a:t>Positive vs Negative</a:t>
            </a:r>
            <a:r>
              <a:rPr b="0"/>
              <a:t> reviews are </a:t>
            </a:r>
            <a:r>
              <a:rPr b="0" i="1"/>
              <a:t>very easy</a:t>
            </a:r>
            <a:r>
              <a:rPr b="0"/>
              <a:t> to separate (97% accuracy when we took out 3 star ratings). </a:t>
            </a:r>
          </a:p>
          <a:p>
            <a:pPr lvl="1" marL="564217" indent="-241806" defTabSz="322410">
              <a:spcBef>
                <a:spcPts val="400"/>
              </a:spcBef>
              <a:buChar char="•"/>
              <a:defRPr b="1" sz="2200"/>
            </a:pPr>
            <a:r>
              <a:t>Neutral (3-star)</a:t>
            </a:r>
            <a:r>
              <a:rPr b="0"/>
              <a:t> reviews are </a:t>
            </a:r>
            <a:r>
              <a:rPr b="0" i="1"/>
              <a:t>ambiguous</a:t>
            </a:r>
            <a:r>
              <a:rPr b="0"/>
              <a:t> — they overlap lexically and sentiment-wise with both extremes. </a:t>
            </a:r>
          </a:p>
          <a:p>
            <a:pPr lvl="1" marL="564217" indent="-241806" defTabSz="322410">
              <a:spcBef>
                <a:spcPts val="400"/>
              </a:spcBef>
              <a:buChar char="•"/>
              <a:defRPr sz="2200"/>
            </a:pPr>
            <a:r>
              <a:t>The multi-class (1–5) setup suffers because 3-star reviews blur the boundaries. </a:t>
            </a:r>
          </a:p>
          <a:p>
            <a:pPr marL="241806" indent="-241806" defTabSz="322410">
              <a:spcBef>
                <a:spcPts val="400"/>
              </a:spcBef>
              <a:defRPr sz="2200"/>
            </a:pPr>
            <a:r>
              <a:t>The model can almost perfectly identify polarity, but it struggles to map polarity → precise star rating. </a:t>
            </a:r>
          </a:p>
          <a:p>
            <a:pPr marL="241806" indent="-241806" defTabSz="322410">
              <a:spcBef>
                <a:spcPts val="400"/>
              </a:spcBef>
              <a:defRPr sz="2200"/>
            </a:pPr>
            <a:r>
              <a:t>This means the information bottleneck isn’t “sentiment detection” — it’s “rating calibration.”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Experimental Tests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pPr/>
            <a:r>
              <a:t>Experimental Tests</a:t>
            </a:r>
          </a:p>
        </p:txBody>
      </p:sp>
      <p:sp>
        <p:nvSpPr>
          <p:cNvPr id="280" name="Layered/Hierarchical classifier…"/>
          <p:cNvSpPr txBox="1"/>
          <p:nvPr>
            <p:ph type="body" idx="1"/>
          </p:nvPr>
        </p:nvSpPr>
        <p:spPr>
          <a:xfrm>
            <a:off x="213473" y="940453"/>
            <a:ext cx="5458001" cy="4661127"/>
          </a:xfrm>
          <a:prstGeom prst="rect">
            <a:avLst/>
          </a:prstGeom>
        </p:spPr>
        <p:txBody>
          <a:bodyPr/>
          <a:lstStyle/>
          <a:p>
            <a:pPr marL="179671" indent="-179671" defTabSz="192073">
              <a:spcBef>
                <a:spcPts val="200"/>
              </a:spcBef>
              <a:buFontTx/>
              <a:buAutoNum type="arabicPeriod" startAt="1"/>
              <a:defRPr b="1" sz="1300"/>
            </a:pPr>
            <a:r>
              <a:t>Layered/Hierarchical classifier</a:t>
            </a:r>
          </a:p>
          <a:p>
            <a:pPr lvl="1" marL="348113" indent="-134753" defTabSz="192073">
              <a:spcBef>
                <a:spcPts val="200"/>
              </a:spcBef>
              <a:buFontTx/>
              <a:buChar char="•"/>
              <a:defRPr sz="1300"/>
            </a:pPr>
            <a:r>
              <a:t>TF-IDF + n-grams with Logistic Regression</a:t>
            </a:r>
          </a:p>
          <a:p>
            <a:pPr lvl="1" marL="336128" indent="-144055" defTabSz="192073">
              <a:spcBef>
                <a:spcPts val="200"/>
              </a:spcBef>
              <a:buChar char="•"/>
              <a:defRPr sz="1300"/>
            </a:pPr>
            <a:r>
              <a:t>Stage 1: Sentiment classification (negative/neutral/positive)</a:t>
            </a:r>
          </a:p>
          <a:p>
            <a:pPr lvl="1" marL="336128" indent="-144055" defTabSz="192073">
              <a:spcBef>
                <a:spcPts val="200"/>
              </a:spcBef>
              <a:buChar char="•"/>
              <a:defRPr sz="1300"/>
            </a:pPr>
            <a:r>
              <a:t>Stage 2a: Negative reviews → 1 vs 2 stars</a:t>
            </a:r>
          </a:p>
          <a:p>
            <a:pPr lvl="1" marL="336128" indent="-144055" defTabSz="192073">
              <a:spcBef>
                <a:spcPts val="200"/>
              </a:spcBef>
              <a:buChar char="•"/>
              <a:defRPr sz="1300"/>
            </a:pPr>
            <a:r>
              <a:t>Stage 2b: Positive reviews → 4 vs 5 stars</a:t>
            </a:r>
          </a:p>
          <a:p>
            <a:pPr lvl="1" marL="336128" indent="-144055" defTabSz="192073">
              <a:spcBef>
                <a:spcPts val="200"/>
              </a:spcBef>
              <a:buChar char="•"/>
              <a:defRPr sz="1300"/>
            </a:pPr>
            <a:r>
              <a:t>Neutral reviews → automatically assigned 3 stars</a:t>
            </a:r>
          </a:p>
          <a:p>
            <a:pPr lvl="1" marL="336128" indent="-144055" defTabSz="192073">
              <a:spcBef>
                <a:spcPts val="200"/>
              </a:spcBef>
              <a:buChar char="•"/>
              <a:defRPr sz="1300"/>
            </a:pPr>
            <a:r>
              <a:t>Slightly better than baseline in some classes, worse in others, but limited improvement overall (&lt; 0.02%)</a:t>
            </a:r>
          </a:p>
          <a:p>
            <a:pPr marL="179671" indent="-179671" defTabSz="192073">
              <a:spcBef>
                <a:spcPts val="200"/>
              </a:spcBef>
              <a:buFontTx/>
              <a:buAutoNum type="arabicPeriod" startAt="1"/>
              <a:defRPr b="1" sz="1300"/>
            </a:pPr>
            <a:r>
              <a:t>Layered classifier with soft probabilities</a:t>
            </a:r>
          </a:p>
          <a:p>
            <a:pPr lvl="1" marL="348113" indent="-134753" defTabSz="192073">
              <a:spcBef>
                <a:spcPts val="200"/>
              </a:spcBef>
              <a:buFontTx/>
              <a:buChar char="•"/>
              <a:defRPr sz="1300"/>
            </a:pPr>
            <a:r>
              <a:t>Passing probabilities from layer 1 classifier </a:t>
            </a:r>
          </a:p>
          <a:p>
            <a:pPr lvl="1" marL="348113" indent="-134753" defTabSz="192073">
              <a:spcBef>
                <a:spcPts val="200"/>
              </a:spcBef>
              <a:buFontTx/>
              <a:buChar char="•"/>
              <a:defRPr sz="1300"/>
            </a:pPr>
            <a:r>
              <a:t>Used pre-trained sentence embeddings (s-BERT) instead of TF-IDF</a:t>
            </a:r>
          </a:p>
          <a:p>
            <a:pPr lvl="1" marL="348113" indent="-134753" defTabSz="192073">
              <a:spcBef>
                <a:spcPts val="200"/>
              </a:spcBef>
              <a:buFontTx/>
              <a:buChar char="•"/>
              <a:defRPr sz="1300"/>
            </a:pPr>
            <a:r>
              <a:t>Worse accuracy for binary (layer 1) classifier than baseline</a:t>
            </a:r>
          </a:p>
          <a:p>
            <a:pPr lvl="1" marL="348113" indent="-134753" defTabSz="192073">
              <a:spcBef>
                <a:spcPts val="200"/>
              </a:spcBef>
              <a:buFontTx/>
              <a:buChar char="•"/>
              <a:defRPr sz="1300"/>
            </a:pPr>
            <a:r>
              <a:t>Layer 2 classifier ended up predicting dominant class (5-star) for every rating</a:t>
            </a:r>
          </a:p>
          <a:p>
            <a:pPr marL="179671" indent="-179671" defTabSz="192073">
              <a:spcBef>
                <a:spcPts val="200"/>
              </a:spcBef>
              <a:buFontTx/>
              <a:buAutoNum type="arabicPeriod" startAt="1"/>
              <a:defRPr b="1" sz="1300"/>
            </a:pPr>
            <a:r>
              <a:t>Simple MLP with sBERT</a:t>
            </a:r>
          </a:p>
          <a:p>
            <a:pPr lvl="1" marL="348113" indent="-134753" defTabSz="192073">
              <a:spcBef>
                <a:spcPts val="200"/>
              </a:spcBef>
              <a:buFontTx/>
              <a:buChar char="•"/>
              <a:defRPr sz="1300"/>
            </a:pPr>
            <a:r>
              <a:t>Adam optimizer, 100 epochs, 1 hidden layer (128), ReLU activation, batch size = 64 </a:t>
            </a:r>
          </a:p>
          <a:p>
            <a:pPr lvl="1" marL="348113" indent="-134753" defTabSz="192073">
              <a:spcBef>
                <a:spcPts val="200"/>
              </a:spcBef>
              <a:buFontTx/>
              <a:buChar char="•"/>
              <a:defRPr sz="1300"/>
            </a:pPr>
            <a:r>
              <a:t>62% test accuracy</a:t>
            </a:r>
          </a:p>
        </p:txBody>
      </p:sp>
      <p:pic>
        <p:nvPicPr>
          <p:cNvPr id="281" name="Screenshot 2025-11-07 at 11.38.22 AM.png" descr="Screenshot 2025-11-07 at 11.38.22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170588" y="242378"/>
            <a:ext cx="2390629" cy="33309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Screenshot 2025-11-09 at 2.17.41 PM.png" descr="Screenshot 2025-11-09 at 2.17.41 P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17613" y="3716442"/>
            <a:ext cx="3296580" cy="20970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Our Proposal"/>
          <p:cNvSpPr txBox="1"/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pPr/>
            <a:r>
              <a:t>Our Proposal</a:t>
            </a:r>
          </a:p>
        </p:txBody>
      </p:sp>
      <p:sp>
        <p:nvSpPr>
          <p:cNvPr id="285" name="Best test accuracies:…"/>
          <p:cNvSpPr txBox="1"/>
          <p:nvPr>
            <p:ph type="body" idx="1"/>
          </p:nvPr>
        </p:nvSpPr>
        <p:spPr>
          <a:xfrm>
            <a:off x="213474" y="1338867"/>
            <a:ext cx="8686428" cy="4262712"/>
          </a:xfrm>
          <a:prstGeom prst="rect">
            <a:avLst/>
          </a:prstGeom>
        </p:spPr>
        <p:txBody>
          <a:bodyPr/>
          <a:lstStyle/>
          <a:p>
            <a:pPr/>
            <a:r>
              <a:t>Best test accuracies:</a:t>
            </a:r>
          </a:p>
          <a:p>
            <a:pPr lvl="1" marL="600232" indent="-257242">
              <a:buChar char="•"/>
            </a:pPr>
            <a:r>
              <a:t>Logistic Regression (Classifier) w/ TF-IDF &amp; n-grams =&gt; 67%</a:t>
            </a:r>
          </a:p>
          <a:p>
            <a:pPr lvl="1" marL="600232" indent="-257242">
              <a:buChar char="•"/>
            </a:pPr>
            <a:r>
              <a:t>Linear Regression (Regressor) w/ TF-IDF &amp; n-grams =&gt; 68% (rounding up to nearest star)</a:t>
            </a:r>
          </a:p>
          <a:p>
            <a:pPr/>
            <a:r>
              <a:t>These accuracies are already 5-7 percentage points better than all of the papers we read (we trained on more data than papers).</a:t>
            </a:r>
          </a:p>
          <a:p>
            <a:pPr/>
            <a:r>
              <a:t>We can potentially improve these results even more with hyperparameter tuning.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Rounded Rectangle 3"/>
          <p:cNvGrpSpPr/>
          <p:nvPr/>
        </p:nvGrpSpPr>
        <p:grpSpPr>
          <a:xfrm>
            <a:off x="237725" y="950106"/>
            <a:ext cx="1481347" cy="280800"/>
            <a:chOff x="0" y="0"/>
            <a:chExt cx="1481345" cy="280798"/>
          </a:xfrm>
        </p:grpSpPr>
        <p:sp>
          <p:nvSpPr>
            <p:cNvPr id="287" name="Rounded Rectangle"/>
            <p:cNvSpPr/>
            <p:nvPr/>
          </p:nvSpPr>
          <p:spPr>
            <a:xfrm>
              <a:off x="0" y="35243"/>
              <a:ext cx="1481346" cy="210313"/>
            </a:xfrm>
            <a:prstGeom prst="roundRect">
              <a:avLst>
                <a:gd name="adj" fmla="val 16667"/>
              </a:avLst>
            </a:prstGeom>
            <a:solidFill>
              <a:srgbClr val="85E7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88" name="Phase 1"/>
            <p:cNvSpPr txBox="1"/>
            <p:nvPr/>
          </p:nvSpPr>
          <p:spPr>
            <a:xfrm>
              <a:off x="55986" y="0"/>
              <a:ext cx="1369373" cy="280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4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Phase 1</a:t>
              </a:r>
            </a:p>
          </p:txBody>
        </p:sp>
      </p:grpSp>
      <p:grpSp>
        <p:nvGrpSpPr>
          <p:cNvPr id="292" name="Rounded Rectangle 4"/>
          <p:cNvGrpSpPr/>
          <p:nvPr/>
        </p:nvGrpSpPr>
        <p:grpSpPr>
          <a:xfrm>
            <a:off x="1719072" y="1593590"/>
            <a:ext cx="3411038" cy="280800"/>
            <a:chOff x="0" y="0"/>
            <a:chExt cx="3411037" cy="280798"/>
          </a:xfrm>
        </p:grpSpPr>
        <p:sp>
          <p:nvSpPr>
            <p:cNvPr id="290" name="Rounded Rectangle"/>
            <p:cNvSpPr/>
            <p:nvPr/>
          </p:nvSpPr>
          <p:spPr>
            <a:xfrm>
              <a:off x="0" y="35243"/>
              <a:ext cx="3411038" cy="210313"/>
            </a:xfrm>
            <a:prstGeom prst="roundRect">
              <a:avLst>
                <a:gd name="adj" fmla="val 16667"/>
              </a:avLst>
            </a:prstGeom>
            <a:solidFill>
              <a:srgbClr val="FF85A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91" name="Phase 2"/>
            <p:cNvSpPr txBox="1"/>
            <p:nvPr/>
          </p:nvSpPr>
          <p:spPr>
            <a:xfrm>
              <a:off x="55986" y="0"/>
              <a:ext cx="3299065" cy="280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4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Phase 2</a:t>
              </a:r>
            </a:p>
          </p:txBody>
        </p:sp>
      </p:grpSp>
      <p:graphicFrame>
        <p:nvGraphicFramePr>
          <p:cNvPr id="293" name="Table 6"/>
          <p:cNvGraphicFramePr/>
          <p:nvPr/>
        </p:nvGraphicFramePr>
        <p:xfrm>
          <a:off x="182879" y="1222434"/>
          <a:ext cx="1536192" cy="4064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536192"/>
              </a:tblGrid>
              <a:tr h="203200">
                <a:tc>
                  <a:txBody>
                    <a:bodyPr/>
                    <a:lstStyle/>
                    <a:p>
                      <a:pPr algn="ctr"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Literature Review</a:t>
                      </a:r>
                    </a:p>
                  </a:txBody>
                  <a:tcPr marL="9525" marR="9525" marT="9525" marB="9525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 algn="ctr"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Data Gathering</a:t>
                      </a:r>
                    </a:p>
                  </a:txBody>
                  <a:tcPr marL="9525" marR="9525" marT="9525" marB="9525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94" name="Table 7"/>
          <p:cNvGraphicFramePr/>
          <p:nvPr/>
        </p:nvGraphicFramePr>
        <p:xfrm>
          <a:off x="1719071" y="1940924"/>
          <a:ext cx="3455471" cy="142274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078030"/>
                <a:gridCol w="1280160"/>
                <a:gridCol w="1097280"/>
              </a:tblGrid>
              <a:tr h="204972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b="1" i="1"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Data Cleaning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b="1" i="1"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Preprocessing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b="1" i="1"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Feature Extraction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</a:tr>
              <a:tr h="204972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Json to csv files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Lowercasing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TF-IDF features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</a:tr>
              <a:tr h="192914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Restaurant reviews only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Negation Handling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Unigrams + bigrams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</a:tr>
              <a:tr h="409943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State specific data frames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Removing stopwords, punctuations, urls, numbers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 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</a:tr>
              <a:tr h="409943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 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Extract review length, capitalizations, exclamation points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 </a:t>
                      </a:r>
                    </a:p>
                  </a:txBody>
                  <a:tcPr marL="5758" marR="5758" marT="5758" marB="5758" anchor="b" anchorCtr="0" horzOverflow="overflow">
                    <a:noFill/>
                  </a:tcPr>
                </a:tc>
              </a:tr>
            </a:tbl>
          </a:graphicData>
        </a:graphic>
      </p:graphicFrame>
      <p:graphicFrame>
        <p:nvGraphicFramePr>
          <p:cNvPr id="295" name="Table 8"/>
          <p:cNvGraphicFramePr/>
          <p:nvPr/>
        </p:nvGraphicFramePr>
        <p:xfrm>
          <a:off x="5248261" y="3429000"/>
          <a:ext cx="3712858" cy="191133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40590"/>
                <a:gridCol w="1350413"/>
                <a:gridCol w="1221854"/>
              </a:tblGrid>
              <a:tr h="169332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b="1" i="1" sz="11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Baseline Modeling</a:t>
                      </a:r>
                    </a:p>
                  </a:txBody>
                  <a:tcPr marL="6995" marR="6995" marT="6995" marB="6995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b="1" i="1" sz="11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Advanced Modeling</a:t>
                      </a:r>
                    </a:p>
                  </a:txBody>
                  <a:tcPr marL="6995" marR="6995" marT="6995" marB="6995" anchor="b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b="1" i="1" sz="11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Final Evaluations</a:t>
                      </a:r>
                    </a:p>
                  </a:txBody>
                  <a:tcPr marL="6995" marR="6995" marT="6995" marB="6995" anchor="b" anchorCtr="0" horzOverflow="overflow">
                    <a:noFill/>
                  </a:tcPr>
                </a:tc>
              </a:tr>
              <a:tr h="169332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Linear Regression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Layered classifier 
+ soft routing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Error Analysis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</a:tr>
              <a:tr h="312734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Logistic Regression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Simple MLP + BERT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Per class performance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</a:tr>
              <a:tr h="312734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Naïve Bayes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Multi-Task BERT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Evaluation &amp; Comparison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</a:tr>
              <a:tr h="465131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SVM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300">
                          <a:latin typeface="+mn-lt"/>
                          <a:ea typeface="+mn-ea"/>
                          <a:cs typeface="+mn-cs"/>
                          <a:sym typeface="Calibri"/>
                        </a:defRPr>
                      </a:pP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Confusion matrices &amp; metric tables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</a:tr>
              <a:tr h="169332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Random Forest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 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 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</a:tr>
              <a:tr h="312734"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Ordinal Logistic Regression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Hyperparameter tuning and model adjustments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sz="10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 </a:t>
                      </a:r>
                    </a:p>
                  </a:txBody>
                  <a:tcPr marL="6995" marR="6995" marT="6995" marB="6995" anchor="ctr" anchorCtr="0" horzOverflow="overflow">
                    <a:noFill/>
                  </a:tcPr>
                </a:tc>
              </a:tr>
            </a:tbl>
          </a:graphicData>
        </a:graphic>
      </p:graphicFrame>
      <p:grpSp>
        <p:nvGrpSpPr>
          <p:cNvPr id="298" name="Rounded Rectangle 5"/>
          <p:cNvGrpSpPr/>
          <p:nvPr/>
        </p:nvGrpSpPr>
        <p:grpSpPr>
          <a:xfrm>
            <a:off x="5248261" y="3040047"/>
            <a:ext cx="3712858" cy="280800"/>
            <a:chOff x="0" y="0"/>
            <a:chExt cx="3712857" cy="280798"/>
          </a:xfrm>
        </p:grpSpPr>
        <p:sp>
          <p:nvSpPr>
            <p:cNvPr id="296" name="Rounded Rectangle"/>
            <p:cNvSpPr/>
            <p:nvPr/>
          </p:nvSpPr>
          <p:spPr>
            <a:xfrm>
              <a:off x="0" y="34332"/>
              <a:ext cx="3712858" cy="212135"/>
            </a:xfrm>
            <a:prstGeom prst="roundRect">
              <a:avLst>
                <a:gd name="adj" fmla="val 16667"/>
              </a:avLst>
            </a:prstGeom>
            <a:solidFill>
              <a:srgbClr val="B0E2A7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97" name="Phase 3"/>
            <p:cNvSpPr txBox="1"/>
            <p:nvPr/>
          </p:nvSpPr>
          <p:spPr>
            <a:xfrm>
              <a:off x="56075" y="0"/>
              <a:ext cx="3600707" cy="280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4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Phase 3</a:t>
              </a:r>
            </a:p>
          </p:txBody>
        </p:sp>
      </p:grpSp>
      <p:sp>
        <p:nvSpPr>
          <p:cNvPr id="299" name="Left Brace 18"/>
          <p:cNvSpPr/>
          <p:nvPr/>
        </p:nvSpPr>
        <p:spPr>
          <a:xfrm rot="16200000">
            <a:off x="891531" y="1369525"/>
            <a:ext cx="82297" cy="731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5635" y="21600"/>
                  <a:pt x="10800" y="21509"/>
                  <a:pt x="10800" y="21398"/>
                </a:cubicBezTo>
                <a:lnTo>
                  <a:pt x="10800" y="11003"/>
                </a:lnTo>
                <a:cubicBezTo>
                  <a:pt x="10800" y="10891"/>
                  <a:pt x="5965" y="10800"/>
                  <a:pt x="0" y="10800"/>
                </a:cubicBezTo>
                <a:cubicBezTo>
                  <a:pt x="5965" y="10800"/>
                  <a:pt x="10800" y="10709"/>
                  <a:pt x="10800" y="10597"/>
                </a:cubicBezTo>
                <a:lnTo>
                  <a:pt x="10800" y="202"/>
                </a:lnTo>
                <a:cubicBezTo>
                  <a:pt x="10800" y="91"/>
                  <a:pt x="15635" y="0"/>
                  <a:pt x="21600" y="0"/>
                </a:cubicBezTo>
              </a:path>
            </a:pathLst>
          </a:custGeom>
          <a:ln w="25400">
            <a:solidFill>
              <a:srgbClr val="84E8FF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0" name="TextBox 19"/>
          <p:cNvSpPr txBox="1"/>
          <p:nvPr/>
        </p:nvSpPr>
        <p:spPr>
          <a:xfrm>
            <a:off x="553202" y="1810119"/>
            <a:ext cx="758953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Cole &amp; Julia</a:t>
            </a:r>
          </a:p>
        </p:txBody>
      </p:sp>
      <p:sp>
        <p:nvSpPr>
          <p:cNvPr id="301" name="TextBox 20"/>
          <p:cNvSpPr txBox="1"/>
          <p:nvPr/>
        </p:nvSpPr>
        <p:spPr>
          <a:xfrm>
            <a:off x="3012467" y="1164853"/>
            <a:ext cx="758953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Cole &amp; Julia</a:t>
            </a:r>
          </a:p>
        </p:txBody>
      </p:sp>
      <p:sp>
        <p:nvSpPr>
          <p:cNvPr id="302" name="Left Brace 21"/>
          <p:cNvSpPr/>
          <p:nvPr/>
        </p:nvSpPr>
        <p:spPr>
          <a:xfrm rot="5400000">
            <a:off x="3336118" y="-26144"/>
            <a:ext cx="111649" cy="29947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5635" y="21600"/>
                  <a:pt x="10800" y="21570"/>
                  <a:pt x="10800" y="21533"/>
                </a:cubicBezTo>
                <a:lnTo>
                  <a:pt x="10800" y="10867"/>
                </a:lnTo>
                <a:cubicBezTo>
                  <a:pt x="10800" y="10830"/>
                  <a:pt x="5965" y="10800"/>
                  <a:pt x="0" y="10800"/>
                </a:cubicBezTo>
                <a:cubicBezTo>
                  <a:pt x="5965" y="10800"/>
                  <a:pt x="10800" y="10770"/>
                  <a:pt x="10800" y="10733"/>
                </a:cubicBezTo>
                <a:lnTo>
                  <a:pt x="10800" y="67"/>
                </a:lnTo>
                <a:cubicBezTo>
                  <a:pt x="10800" y="30"/>
                  <a:pt x="15635" y="0"/>
                  <a:pt x="21600" y="0"/>
                </a:cubicBezTo>
              </a:path>
            </a:pathLst>
          </a:custGeom>
          <a:ln w="25400">
            <a:solidFill>
              <a:srgbClr val="FF85A3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305" name="Right Arrow 22"/>
          <p:cNvGrpSpPr/>
          <p:nvPr/>
        </p:nvGrpSpPr>
        <p:grpSpPr>
          <a:xfrm>
            <a:off x="237727" y="118101"/>
            <a:ext cx="8723393" cy="521109"/>
            <a:chOff x="0" y="0"/>
            <a:chExt cx="8723392" cy="521108"/>
          </a:xfrm>
        </p:grpSpPr>
        <p:sp>
          <p:nvSpPr>
            <p:cNvPr id="303" name="Arrow"/>
            <p:cNvSpPr/>
            <p:nvPr/>
          </p:nvSpPr>
          <p:spPr>
            <a:xfrm>
              <a:off x="0" y="0"/>
              <a:ext cx="8723393" cy="521109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41E42"/>
            </a:solidFill>
            <a:ln w="9525" cap="flat">
              <a:solidFill>
                <a:srgbClr val="041E42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04" name="Project Roadmap"/>
            <p:cNvSpPr txBox="1"/>
            <p:nvPr/>
          </p:nvSpPr>
          <p:spPr>
            <a:xfrm>
              <a:off x="50482" y="94010"/>
              <a:ext cx="8492151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Project Roadmap</a:t>
              </a:r>
            </a:p>
          </p:txBody>
        </p:sp>
      </p:grpSp>
      <p:sp>
        <p:nvSpPr>
          <p:cNvPr id="306" name="Left Brace 23"/>
          <p:cNvSpPr/>
          <p:nvPr/>
        </p:nvSpPr>
        <p:spPr>
          <a:xfrm flipH="1" rot="10800000">
            <a:off x="5027645" y="3680047"/>
            <a:ext cx="146897" cy="492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5635" y="21600"/>
                  <a:pt x="10800" y="21359"/>
                  <a:pt x="10800" y="21063"/>
                </a:cubicBezTo>
                <a:lnTo>
                  <a:pt x="10800" y="11337"/>
                </a:lnTo>
                <a:cubicBezTo>
                  <a:pt x="10800" y="11041"/>
                  <a:pt x="5965" y="10800"/>
                  <a:pt x="0" y="10800"/>
                </a:cubicBezTo>
                <a:cubicBezTo>
                  <a:pt x="5965" y="10800"/>
                  <a:pt x="10800" y="10559"/>
                  <a:pt x="10800" y="10263"/>
                </a:cubicBezTo>
                <a:lnTo>
                  <a:pt x="10800" y="537"/>
                </a:lnTo>
                <a:cubicBezTo>
                  <a:pt x="10800" y="241"/>
                  <a:pt x="15635" y="0"/>
                  <a:pt x="21600" y="0"/>
                </a:cubicBezTo>
              </a:path>
            </a:pathLst>
          </a:custGeom>
          <a:ln w="25400">
            <a:solidFill>
              <a:srgbClr val="B0E2A7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7" name="TextBox 26"/>
          <p:cNvSpPr txBox="1"/>
          <p:nvPr/>
        </p:nvSpPr>
        <p:spPr>
          <a:xfrm>
            <a:off x="4619393" y="3795274"/>
            <a:ext cx="339587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Cole</a:t>
            </a:r>
          </a:p>
        </p:txBody>
      </p:sp>
      <p:sp>
        <p:nvSpPr>
          <p:cNvPr id="308" name="Left Brace 27"/>
          <p:cNvSpPr/>
          <p:nvPr/>
        </p:nvSpPr>
        <p:spPr>
          <a:xfrm flipH="1" rot="10800000">
            <a:off x="5072076" y="4326223"/>
            <a:ext cx="102465" cy="12057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5635" y="21600"/>
                  <a:pt x="10800" y="21532"/>
                  <a:pt x="10800" y="21447"/>
                </a:cubicBezTo>
                <a:lnTo>
                  <a:pt x="10800" y="10953"/>
                </a:lnTo>
                <a:cubicBezTo>
                  <a:pt x="10800" y="10868"/>
                  <a:pt x="5965" y="10800"/>
                  <a:pt x="0" y="10800"/>
                </a:cubicBezTo>
                <a:cubicBezTo>
                  <a:pt x="5965" y="10800"/>
                  <a:pt x="10800" y="10732"/>
                  <a:pt x="10800" y="10647"/>
                </a:cubicBezTo>
                <a:lnTo>
                  <a:pt x="10800" y="153"/>
                </a:lnTo>
                <a:cubicBezTo>
                  <a:pt x="10800" y="68"/>
                  <a:pt x="15635" y="0"/>
                  <a:pt x="21600" y="0"/>
                </a:cubicBezTo>
              </a:path>
            </a:pathLst>
          </a:custGeom>
          <a:ln w="25400">
            <a:solidFill>
              <a:srgbClr val="B0E2A7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9" name="TextBox 28"/>
          <p:cNvSpPr txBox="1"/>
          <p:nvPr/>
        </p:nvSpPr>
        <p:spPr>
          <a:xfrm>
            <a:off x="4617718" y="4798274"/>
            <a:ext cx="361485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Julia</a:t>
            </a:r>
          </a:p>
        </p:txBody>
      </p:sp>
      <p:sp>
        <p:nvSpPr>
          <p:cNvPr id="310" name="Left Brace 29"/>
          <p:cNvSpPr/>
          <p:nvPr/>
        </p:nvSpPr>
        <p:spPr>
          <a:xfrm flipH="1" rot="5400000">
            <a:off x="6903858" y="4027563"/>
            <a:ext cx="60429" cy="10646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5635" y="21600"/>
                  <a:pt x="10800" y="21554"/>
                  <a:pt x="10800" y="21498"/>
                </a:cubicBezTo>
                <a:lnTo>
                  <a:pt x="10800" y="10902"/>
                </a:lnTo>
                <a:cubicBezTo>
                  <a:pt x="10800" y="10846"/>
                  <a:pt x="5965" y="10800"/>
                  <a:pt x="0" y="10800"/>
                </a:cubicBezTo>
                <a:cubicBezTo>
                  <a:pt x="5965" y="10800"/>
                  <a:pt x="10800" y="10754"/>
                  <a:pt x="10800" y="10698"/>
                </a:cubicBezTo>
                <a:lnTo>
                  <a:pt x="10800" y="102"/>
                </a:lnTo>
                <a:cubicBezTo>
                  <a:pt x="10800" y="46"/>
                  <a:pt x="15635" y="0"/>
                  <a:pt x="21600" y="0"/>
                </a:cubicBezTo>
              </a:path>
            </a:pathLst>
          </a:custGeom>
          <a:ln w="25400">
            <a:solidFill>
              <a:srgbClr val="B0E2A7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1" name="TextBox 30"/>
          <p:cNvSpPr txBox="1"/>
          <p:nvPr/>
        </p:nvSpPr>
        <p:spPr>
          <a:xfrm>
            <a:off x="6733679" y="4590093"/>
            <a:ext cx="361485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Julia</a:t>
            </a:r>
          </a:p>
        </p:txBody>
      </p:sp>
      <p:sp>
        <p:nvSpPr>
          <p:cNvPr id="312" name="Left Brace 31"/>
          <p:cNvSpPr/>
          <p:nvPr/>
        </p:nvSpPr>
        <p:spPr>
          <a:xfrm flipH="1" rot="5400000">
            <a:off x="8233725" y="4529868"/>
            <a:ext cx="124965" cy="10360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5635" y="21600"/>
                  <a:pt x="10800" y="21503"/>
                  <a:pt x="10800" y="21383"/>
                </a:cubicBezTo>
                <a:lnTo>
                  <a:pt x="10800" y="11017"/>
                </a:lnTo>
                <a:cubicBezTo>
                  <a:pt x="10800" y="10897"/>
                  <a:pt x="5965" y="10800"/>
                  <a:pt x="0" y="10800"/>
                </a:cubicBezTo>
                <a:cubicBezTo>
                  <a:pt x="5965" y="10800"/>
                  <a:pt x="10800" y="10703"/>
                  <a:pt x="10800" y="10583"/>
                </a:cubicBezTo>
                <a:lnTo>
                  <a:pt x="10800" y="217"/>
                </a:lnTo>
                <a:cubicBezTo>
                  <a:pt x="10800" y="97"/>
                  <a:pt x="15635" y="0"/>
                  <a:pt x="21600" y="0"/>
                </a:cubicBezTo>
              </a:path>
            </a:pathLst>
          </a:custGeom>
          <a:ln w="25400">
            <a:solidFill>
              <a:srgbClr val="B0E2A7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3" name="TextBox 32"/>
          <p:cNvSpPr txBox="1"/>
          <p:nvPr/>
        </p:nvSpPr>
        <p:spPr>
          <a:xfrm>
            <a:off x="6852596" y="5660485"/>
            <a:ext cx="339587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Cole</a:t>
            </a:r>
          </a:p>
        </p:txBody>
      </p:sp>
      <p:sp>
        <p:nvSpPr>
          <p:cNvPr id="314" name="TextBox 33"/>
          <p:cNvSpPr txBox="1"/>
          <p:nvPr/>
        </p:nvSpPr>
        <p:spPr>
          <a:xfrm>
            <a:off x="7916731" y="5110358"/>
            <a:ext cx="758953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Cole &amp; Julia</a:t>
            </a:r>
          </a:p>
        </p:txBody>
      </p:sp>
      <p:sp>
        <p:nvSpPr>
          <p:cNvPr id="315" name="Left Brace 34"/>
          <p:cNvSpPr/>
          <p:nvPr/>
        </p:nvSpPr>
        <p:spPr>
          <a:xfrm flipH="1" rot="5400000">
            <a:off x="6983581" y="5083547"/>
            <a:ext cx="77619" cy="10253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5635" y="21600"/>
                  <a:pt x="10800" y="21539"/>
                  <a:pt x="10800" y="21464"/>
                </a:cubicBezTo>
                <a:lnTo>
                  <a:pt x="10800" y="10936"/>
                </a:lnTo>
                <a:cubicBezTo>
                  <a:pt x="10800" y="10861"/>
                  <a:pt x="5965" y="10800"/>
                  <a:pt x="0" y="10800"/>
                </a:cubicBezTo>
                <a:cubicBezTo>
                  <a:pt x="5965" y="10800"/>
                  <a:pt x="10800" y="10739"/>
                  <a:pt x="10800" y="10664"/>
                </a:cubicBezTo>
                <a:lnTo>
                  <a:pt x="10800" y="136"/>
                </a:lnTo>
                <a:cubicBezTo>
                  <a:pt x="10800" y="61"/>
                  <a:pt x="15635" y="0"/>
                  <a:pt x="21600" y="0"/>
                </a:cubicBezTo>
              </a:path>
            </a:pathLst>
          </a:custGeom>
          <a:ln w="25400">
            <a:solidFill>
              <a:srgbClr val="B0E2A7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aphicFrame>
        <p:nvGraphicFramePr>
          <p:cNvPr id="316" name="Table 35"/>
          <p:cNvGraphicFramePr/>
          <p:nvPr/>
        </p:nvGraphicFramePr>
        <p:xfrm>
          <a:off x="237725" y="553870"/>
          <a:ext cx="8723395" cy="3708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{4C3C2611-4C71-4FC5-86AE-919BDF0F9419}</a:tableStyleId>
              </a:tblPr>
              <a:tblGrid>
                <a:gridCol w="1459189"/>
                <a:gridCol w="3437792"/>
                <a:gridCol w="1222130"/>
                <a:gridCol w="2604281"/>
              </a:tblGrid>
              <a:tr h="370840">
                <a:tc>
                  <a:txBody>
                    <a:bodyPr/>
                    <a:lstStyle/>
                    <a:p>
                      <a:pPr algn="ctr" defTabSz="342991">
                        <a:defRPr sz="1800"/>
                      </a:pPr>
                      <a:r>
                        <a:rPr b="1" sz="12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9/16 – 10/03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defRPr sz="1800"/>
                      </a:pPr>
                      <a:r>
                        <a:rPr b="1" sz="12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10/04 - 10/31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342991">
                        <a:defRPr sz="1800"/>
                      </a:pPr>
                      <a:r>
                        <a:rPr b="1" sz="12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11/01 – 11/10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defRPr sz="1800"/>
                      </a:pPr>
                      <a:r>
                        <a:rPr b="1" sz="1200">
                          <a:latin typeface="+mn-lt"/>
                          <a:ea typeface="+mn-ea"/>
                          <a:cs typeface="+mn-cs"/>
                          <a:sym typeface="Calibri"/>
                        </a:rPr>
                        <a:t>11/11 – 12/08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17" name="Straight Connector 38"/>
          <p:cNvSpPr/>
          <p:nvPr/>
        </p:nvSpPr>
        <p:spPr>
          <a:xfrm flipH="1">
            <a:off x="6357325" y="553870"/>
            <a:ext cx="1" cy="5266639"/>
          </a:xfrm>
          <a:prstGeom prst="line">
            <a:avLst/>
          </a:prstGeom>
          <a:ln w="19050">
            <a:solidFill>
              <a:schemeClr val="accent1"/>
            </a:solidFill>
            <a:prstDash val="dash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8" name="5-Point Star 40"/>
          <p:cNvSpPr/>
          <p:nvPr/>
        </p:nvSpPr>
        <p:spPr>
          <a:xfrm>
            <a:off x="6237646" y="2719759"/>
            <a:ext cx="239358" cy="212136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accent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