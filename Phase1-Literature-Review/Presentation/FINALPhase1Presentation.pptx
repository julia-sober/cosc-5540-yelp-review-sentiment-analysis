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DD6"/>
          </a:solidFill>
        </a:fill>
      </a:tcStyle>
    </a:wholeTbl>
    <a:band2H>
      <a:tcTxStyle b="def" i="def"/>
      <a:tcStyle>
        <a:tcBdr/>
        <a:fill>
          <a:solidFill>
            <a:srgbClr val="E6E7EC"/>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E0EC"/>
          </a:solidFill>
        </a:fill>
      </a:tcStyle>
    </a:wholeTbl>
    <a:band2H>
      <a:tcTxStyle b="def" i="def"/>
      <a:tcStyle>
        <a:tcBdr/>
        <a:fill>
          <a:solidFill>
            <a:srgbClr val="E6F0F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CACB"/>
          </a:solidFill>
        </a:fill>
      </a:tcStyle>
    </a:wholeTbl>
    <a:band2H>
      <a:tcTxStyle b="def" i="def"/>
      <a:tcStyle>
        <a:tcBdr/>
        <a:fill>
          <a:solidFill>
            <a:srgbClr val="E9E6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37" name="Shape 137"/>
          <p:cNvSpPr/>
          <p:nvPr>
            <p:ph type="sldImg"/>
          </p:nvPr>
        </p:nvSpPr>
        <p:spPr>
          <a:xfrm>
            <a:off x="1143000" y="685800"/>
            <a:ext cx="4572000" cy="3429000"/>
          </a:xfrm>
          <a:prstGeom prst="rect">
            <a:avLst/>
          </a:prstGeom>
        </p:spPr>
        <p:txBody>
          <a:bodyPr/>
          <a:lstStyle/>
          <a:p>
            <a:pPr/>
          </a:p>
        </p:txBody>
      </p:sp>
      <p:sp>
        <p:nvSpPr>
          <p:cNvPr id="138" name="Shape 13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defRPr sz="1200">
        <a:latin typeface="+mj-lt"/>
        <a:ea typeface="+mj-ea"/>
        <a:cs typeface="+mj-cs"/>
        <a:sym typeface="Calibri"/>
      </a:defRPr>
    </a:lvl1pPr>
    <a:lvl2pPr indent="228600" defTabSz="457200" latinLnBrk="0">
      <a:defRPr sz="1200">
        <a:latin typeface="+mj-lt"/>
        <a:ea typeface="+mj-ea"/>
        <a:cs typeface="+mj-cs"/>
        <a:sym typeface="Calibri"/>
      </a:defRPr>
    </a:lvl2pPr>
    <a:lvl3pPr indent="457200" defTabSz="457200" latinLnBrk="0">
      <a:defRPr sz="1200">
        <a:latin typeface="+mj-lt"/>
        <a:ea typeface="+mj-ea"/>
        <a:cs typeface="+mj-cs"/>
        <a:sym typeface="Calibri"/>
      </a:defRPr>
    </a:lvl3pPr>
    <a:lvl4pPr indent="685800" defTabSz="457200" latinLnBrk="0">
      <a:defRPr sz="1200">
        <a:latin typeface="+mj-lt"/>
        <a:ea typeface="+mj-ea"/>
        <a:cs typeface="+mj-cs"/>
        <a:sym typeface="Calibri"/>
      </a:defRPr>
    </a:lvl4pPr>
    <a:lvl5pPr indent="914400" defTabSz="457200" latinLnBrk="0">
      <a:defRPr sz="1200">
        <a:latin typeface="+mj-lt"/>
        <a:ea typeface="+mj-ea"/>
        <a:cs typeface="+mj-cs"/>
        <a:sym typeface="Calibri"/>
      </a:defRPr>
    </a:lvl5pPr>
    <a:lvl6pPr indent="1143000" defTabSz="457200" latinLnBrk="0">
      <a:defRPr sz="1200">
        <a:latin typeface="+mj-lt"/>
        <a:ea typeface="+mj-ea"/>
        <a:cs typeface="+mj-cs"/>
        <a:sym typeface="Calibri"/>
      </a:defRPr>
    </a:lvl6pPr>
    <a:lvl7pPr indent="1371600" defTabSz="457200" latinLnBrk="0">
      <a:defRPr sz="1200">
        <a:latin typeface="+mj-lt"/>
        <a:ea typeface="+mj-ea"/>
        <a:cs typeface="+mj-cs"/>
        <a:sym typeface="Calibri"/>
      </a:defRPr>
    </a:lvl7pPr>
    <a:lvl8pPr indent="1600200" defTabSz="457200" latinLnBrk="0">
      <a:defRPr sz="1200">
        <a:latin typeface="+mj-lt"/>
        <a:ea typeface="+mj-ea"/>
        <a:cs typeface="+mj-cs"/>
        <a:sym typeface="Calibri"/>
      </a:defRPr>
    </a:lvl8pPr>
    <a:lvl9pPr indent="1828800" defTabSz="4572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4" name="Title Text"/>
          <p:cNvSpPr txBox="1"/>
          <p:nvPr>
            <p:ph type="title"/>
          </p:nvPr>
        </p:nvSpPr>
        <p:spPr>
          <a:xfrm>
            <a:off x="427893" y="530103"/>
            <a:ext cx="5267658" cy="1731953"/>
          </a:xfrm>
          <a:prstGeom prst="rect">
            <a:avLst/>
          </a:prstGeom>
        </p:spPr>
        <p:txBody>
          <a:bodyPr/>
          <a:lstStyle>
            <a:lvl1pPr>
              <a:defRPr>
                <a:solidFill>
                  <a:srgbClr val="FFFFFF"/>
                </a:solidFill>
              </a:defRPr>
            </a:lvl1pPr>
          </a:lstStyle>
          <a:p>
            <a:pPr/>
            <a:r>
              <a:t>Title Text</a:t>
            </a:r>
          </a:p>
        </p:txBody>
      </p:sp>
      <p:sp>
        <p:nvSpPr>
          <p:cNvPr id="15" name="Body Level One…"/>
          <p:cNvSpPr txBox="1"/>
          <p:nvPr>
            <p:ph type="body" sz="quarter" idx="1"/>
          </p:nvPr>
        </p:nvSpPr>
        <p:spPr>
          <a:xfrm>
            <a:off x="427896" y="2479367"/>
            <a:ext cx="5267655" cy="978609"/>
          </a:xfrm>
          <a:prstGeom prst="rect">
            <a:avLst/>
          </a:prstGeom>
        </p:spPr>
        <p:txBody>
          <a:bodyPr/>
          <a:lstStyle>
            <a:lvl1pPr marL="0" indent="0">
              <a:buSzTx/>
              <a:buFontTx/>
              <a:buNone/>
              <a:defRPr b="1" sz="2200">
                <a:solidFill>
                  <a:srgbClr val="FFFFFF"/>
                </a:solidFill>
                <a:latin typeface="Helvetica Neue"/>
                <a:ea typeface="Helvetica Neue"/>
                <a:cs typeface="Helvetica Neue"/>
                <a:sym typeface="Helvetica Neue"/>
              </a:defRPr>
            </a:lvl1pPr>
            <a:lvl2pPr marL="0" indent="0">
              <a:buSzTx/>
              <a:buFontTx/>
              <a:buNone/>
              <a:defRPr b="1" sz="2200">
                <a:solidFill>
                  <a:srgbClr val="FFFFFF"/>
                </a:solidFill>
                <a:latin typeface="Helvetica Neue"/>
                <a:ea typeface="Helvetica Neue"/>
                <a:cs typeface="Helvetica Neue"/>
                <a:sym typeface="Helvetica Neue"/>
              </a:defRPr>
            </a:lvl2pPr>
            <a:lvl3pPr marL="0" indent="0">
              <a:buSzTx/>
              <a:buFontTx/>
              <a:buNone/>
              <a:defRPr b="1" sz="2200">
                <a:solidFill>
                  <a:srgbClr val="FFFFFF"/>
                </a:solidFill>
                <a:latin typeface="Helvetica Neue"/>
                <a:ea typeface="Helvetica Neue"/>
                <a:cs typeface="Helvetica Neue"/>
                <a:sym typeface="Helvetica Neue"/>
              </a:defRPr>
            </a:lvl3pPr>
            <a:lvl4pPr marL="0" indent="0">
              <a:buSzTx/>
              <a:buFontTx/>
              <a:buNone/>
              <a:defRPr b="1" sz="2200">
                <a:solidFill>
                  <a:srgbClr val="FFFFFF"/>
                </a:solidFill>
                <a:latin typeface="Helvetica Neue"/>
                <a:ea typeface="Helvetica Neue"/>
                <a:cs typeface="Helvetica Neue"/>
                <a:sym typeface="Helvetica Neue"/>
              </a:defRPr>
            </a:lvl4pPr>
            <a:lvl5pPr marL="0" indent="0">
              <a:buSzTx/>
              <a:buFontTx/>
              <a:buNone/>
              <a:defRPr b="1" sz="2200">
                <a:solidFill>
                  <a:srgbClr val="FFFFFF"/>
                </a:solidFill>
                <a:latin typeface="Helvetica Neue"/>
                <a:ea typeface="Helvetica Neue"/>
                <a:cs typeface="Helvetica Neue"/>
                <a:sym typeface="Helvetica Neue"/>
              </a:defRPr>
            </a:lvl5pPr>
          </a:lstStyle>
          <a:p>
            <a:pPr/>
            <a:r>
              <a:t>Body Level One</a:t>
            </a:r>
          </a:p>
          <a:p>
            <a:pPr lvl="1"/>
            <a:r>
              <a:t>Body Level Two</a:t>
            </a:r>
          </a:p>
          <a:p>
            <a:pPr lvl="2"/>
            <a:r>
              <a:t>Body Level Three</a:t>
            </a:r>
          </a:p>
          <a:p>
            <a:pPr lvl="3"/>
            <a:r>
              <a:t>Body Level Four</a:t>
            </a:r>
          </a:p>
          <a:p>
            <a:pPr lvl="4"/>
            <a:r>
              <a:t>Body Level Five</a:t>
            </a:r>
          </a:p>
        </p:txBody>
      </p:sp>
      <p:sp>
        <p:nvSpPr>
          <p:cNvPr id="16" name="Slide Number"/>
          <p:cNvSpPr txBox="1"/>
          <p:nvPr>
            <p:ph type="sldNum" sz="quarter" idx="2"/>
          </p:nvPr>
        </p:nvSpPr>
        <p:spPr>
          <a:xfrm>
            <a:off x="427896" y="6210694"/>
            <a:ext cx="203022" cy="193039"/>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3" name="Title Text"/>
          <p:cNvSpPr txBox="1"/>
          <p:nvPr>
            <p:ph type="title"/>
          </p:nvPr>
        </p:nvSpPr>
        <p:spPr>
          <a:prstGeom prst="rect">
            <a:avLst/>
          </a:prstGeom>
        </p:spPr>
        <p:txBody>
          <a:bodyPr/>
          <a:lstStyle/>
          <a:p>
            <a:pPr/>
            <a:r>
              <a:t>Title Text</a:t>
            </a:r>
          </a:p>
        </p:txBody>
      </p:sp>
      <p:sp>
        <p:nvSpPr>
          <p:cNvPr id="24"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 Header">
    <p:spTree>
      <p:nvGrpSpPr>
        <p:cNvPr id="1" name=""/>
        <p:cNvGrpSpPr/>
        <p:nvPr/>
      </p:nvGrpSpPr>
      <p:grpSpPr>
        <a:xfrm>
          <a:off x="0" y="0"/>
          <a:ext cx="0" cy="0"/>
          <a:chOff x="0" y="0"/>
          <a:chExt cx="0" cy="0"/>
        </a:xfrm>
      </p:grpSpPr>
      <p:sp>
        <p:nvSpPr>
          <p:cNvPr id="32" name="Rectangle 3"/>
          <p:cNvSpPr/>
          <p:nvPr/>
        </p:nvSpPr>
        <p:spPr>
          <a:xfrm>
            <a:off x="-1" y="6049340"/>
            <a:ext cx="9157815" cy="808660"/>
          </a:xfrm>
          <a:prstGeom prst="rect">
            <a:avLst/>
          </a:prstGeom>
          <a:solidFill>
            <a:srgbClr val="041E42"/>
          </a:solidFill>
          <a:ln>
            <a:solidFill>
              <a:srgbClr val="003A7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sz="1300">
                <a:solidFill>
                  <a:srgbClr val="FFFFFF"/>
                </a:solidFill>
              </a:defRPr>
            </a:pPr>
          </a:p>
        </p:txBody>
      </p:sp>
      <p:pic>
        <p:nvPicPr>
          <p:cNvPr id="33" name="Picture 4" descr="Picture 4"/>
          <p:cNvPicPr>
            <a:picLocks noChangeAspect="1"/>
          </p:cNvPicPr>
          <p:nvPr/>
        </p:nvPicPr>
        <p:blipFill>
          <a:blip r:embed="rId2">
            <a:extLst/>
          </a:blip>
          <a:stretch>
            <a:fillRect/>
          </a:stretch>
        </p:blipFill>
        <p:spPr>
          <a:xfrm>
            <a:off x="5831904" y="6371261"/>
            <a:ext cx="3067997" cy="223847"/>
          </a:xfrm>
          <a:prstGeom prst="rect">
            <a:avLst/>
          </a:prstGeom>
          <a:ln w="12700">
            <a:miter lim="400000"/>
          </a:ln>
        </p:spPr>
      </p:pic>
      <p:sp>
        <p:nvSpPr>
          <p:cNvPr id="34" name="Rectangle 6"/>
          <p:cNvSpPr/>
          <p:nvPr/>
        </p:nvSpPr>
        <p:spPr>
          <a:xfrm>
            <a:off x="-1" y="5956648"/>
            <a:ext cx="9144001" cy="92699"/>
          </a:xfrm>
          <a:prstGeom prst="rect">
            <a:avLst/>
          </a:prstGeom>
          <a:solidFill>
            <a:srgbClr val="BBBCBC"/>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sz="1300">
                <a:solidFill>
                  <a:srgbClr val="FFFFFF"/>
                </a:solidFill>
              </a:defRPr>
            </a:pPr>
          </a:p>
        </p:txBody>
      </p:sp>
      <p:sp>
        <p:nvSpPr>
          <p:cNvPr id="35" name="Title Text"/>
          <p:cNvSpPr txBox="1"/>
          <p:nvPr>
            <p:ph type="title"/>
          </p:nvPr>
        </p:nvSpPr>
        <p:spPr>
          <a:xfrm>
            <a:off x="722312" y="4406905"/>
            <a:ext cx="7772401" cy="1362077"/>
          </a:xfrm>
          <a:prstGeom prst="rect">
            <a:avLst/>
          </a:prstGeom>
        </p:spPr>
        <p:txBody>
          <a:bodyPr/>
          <a:lstStyle>
            <a:lvl1pPr>
              <a:defRPr cap="all" sz="3000"/>
            </a:lvl1pPr>
          </a:lstStyle>
          <a:p>
            <a:pPr/>
            <a:r>
              <a:t>Title Text</a:t>
            </a:r>
          </a:p>
        </p:txBody>
      </p:sp>
      <p:sp>
        <p:nvSpPr>
          <p:cNvPr id="36" name="Body Level One…"/>
          <p:cNvSpPr txBox="1"/>
          <p:nvPr>
            <p:ph type="body" sz="quarter" idx="1"/>
          </p:nvPr>
        </p:nvSpPr>
        <p:spPr>
          <a:xfrm>
            <a:off x="722312" y="2906713"/>
            <a:ext cx="7772401" cy="1500189"/>
          </a:xfrm>
          <a:prstGeom prst="rect">
            <a:avLst/>
          </a:prstGeom>
        </p:spPr>
        <p:txBody>
          <a:bodyPr anchor="b"/>
          <a:lstStyle>
            <a:lvl1pPr marL="0" indent="0">
              <a:spcBef>
                <a:spcPts val="300"/>
              </a:spcBef>
              <a:buSzTx/>
              <a:buFontTx/>
              <a:buNone/>
              <a:defRPr sz="1500">
                <a:solidFill>
                  <a:srgbClr val="888888"/>
                </a:solidFill>
              </a:defRPr>
            </a:lvl1pPr>
            <a:lvl2pPr marL="0" indent="0">
              <a:spcBef>
                <a:spcPts val="300"/>
              </a:spcBef>
              <a:buSzTx/>
              <a:buFontTx/>
              <a:buNone/>
              <a:defRPr sz="1500">
                <a:solidFill>
                  <a:srgbClr val="888888"/>
                </a:solidFill>
              </a:defRPr>
            </a:lvl2pPr>
            <a:lvl3pPr marL="0" indent="0">
              <a:spcBef>
                <a:spcPts val="300"/>
              </a:spcBef>
              <a:buSzTx/>
              <a:buFontTx/>
              <a:buNone/>
              <a:defRPr sz="1500">
                <a:solidFill>
                  <a:srgbClr val="888888"/>
                </a:solidFill>
              </a:defRPr>
            </a:lvl3pPr>
            <a:lvl4pPr marL="0" indent="0">
              <a:spcBef>
                <a:spcPts val="300"/>
              </a:spcBef>
              <a:buSzTx/>
              <a:buFontTx/>
              <a:buNone/>
              <a:defRPr sz="1500">
                <a:solidFill>
                  <a:srgbClr val="888888"/>
                </a:solidFill>
              </a:defRPr>
            </a:lvl4pPr>
            <a:lvl5pPr marL="0" indent="0">
              <a:spcBef>
                <a:spcPts val="300"/>
              </a:spcBef>
              <a:buSzTx/>
              <a:buFontTx/>
              <a:buNone/>
              <a:defRPr sz="15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Custom Layout">
    <p:spTree>
      <p:nvGrpSpPr>
        <p:cNvPr id="1" name=""/>
        <p:cNvGrpSpPr/>
        <p:nvPr/>
      </p:nvGrpSpPr>
      <p:grpSpPr>
        <a:xfrm>
          <a:off x="0" y="0"/>
          <a:ext cx="0" cy="0"/>
          <a:chOff x="0" y="0"/>
          <a:chExt cx="0" cy="0"/>
        </a:xfrm>
      </p:grpSpPr>
      <p:sp>
        <p:nvSpPr>
          <p:cNvPr id="44" name="Rectangle 3"/>
          <p:cNvSpPr/>
          <p:nvPr/>
        </p:nvSpPr>
        <p:spPr>
          <a:xfrm>
            <a:off x="-1" y="6049340"/>
            <a:ext cx="9157815" cy="808660"/>
          </a:xfrm>
          <a:prstGeom prst="rect">
            <a:avLst/>
          </a:prstGeom>
          <a:solidFill>
            <a:srgbClr val="041E42"/>
          </a:solidFill>
          <a:ln>
            <a:solidFill>
              <a:srgbClr val="003A7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sz="1300">
                <a:solidFill>
                  <a:srgbClr val="FFFFFF"/>
                </a:solidFill>
              </a:defRPr>
            </a:pPr>
          </a:p>
        </p:txBody>
      </p:sp>
      <p:pic>
        <p:nvPicPr>
          <p:cNvPr id="45" name="Picture 4" descr="Picture 4"/>
          <p:cNvPicPr>
            <a:picLocks noChangeAspect="1"/>
          </p:cNvPicPr>
          <p:nvPr/>
        </p:nvPicPr>
        <p:blipFill>
          <a:blip r:embed="rId2">
            <a:extLst/>
          </a:blip>
          <a:stretch>
            <a:fillRect/>
          </a:stretch>
        </p:blipFill>
        <p:spPr>
          <a:xfrm>
            <a:off x="5831904" y="6371261"/>
            <a:ext cx="3067997" cy="223847"/>
          </a:xfrm>
          <a:prstGeom prst="rect">
            <a:avLst/>
          </a:prstGeom>
          <a:ln w="12700">
            <a:miter lim="400000"/>
          </a:ln>
        </p:spPr>
      </p:pic>
      <p:sp>
        <p:nvSpPr>
          <p:cNvPr id="46" name="Rectangle 6"/>
          <p:cNvSpPr/>
          <p:nvPr/>
        </p:nvSpPr>
        <p:spPr>
          <a:xfrm>
            <a:off x="-1" y="5956648"/>
            <a:ext cx="9144001" cy="92699"/>
          </a:xfrm>
          <a:prstGeom prst="rect">
            <a:avLst/>
          </a:prstGeom>
          <a:solidFill>
            <a:srgbClr val="BBBCBC"/>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sz="1300">
                <a:solidFill>
                  <a:srgbClr val="FFFFFF"/>
                </a:solidFill>
              </a:defRPr>
            </a:pPr>
          </a:p>
        </p:txBody>
      </p:sp>
      <p:sp>
        <p:nvSpPr>
          <p:cNvPr id="47" name="Title Text"/>
          <p:cNvSpPr txBox="1"/>
          <p:nvPr>
            <p:ph type="title"/>
          </p:nvPr>
        </p:nvSpPr>
        <p:spPr>
          <a:prstGeom prst="rect">
            <a:avLst/>
          </a:prstGeom>
        </p:spPr>
        <p:txBody>
          <a:bodyPr/>
          <a:lstStyle/>
          <a:p>
            <a:pPr/>
            <a:r>
              <a:t>Title Text</a:t>
            </a:r>
          </a:p>
        </p:txBody>
      </p:sp>
      <p:sp>
        <p:nvSpPr>
          <p:cNvPr id="48" name="Slide Number"/>
          <p:cNvSpPr txBox="1"/>
          <p:nvPr>
            <p:ph type="sldNum" sz="quarter" idx="2"/>
          </p:nvPr>
        </p:nvSpPr>
        <p:spPr>
          <a:xfrm>
            <a:off x="427896" y="6156904"/>
            <a:ext cx="203022" cy="193039"/>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 Layout">
    <p:spTree>
      <p:nvGrpSpPr>
        <p:cNvPr id="1" name=""/>
        <p:cNvGrpSpPr/>
        <p:nvPr/>
      </p:nvGrpSpPr>
      <p:grpSpPr>
        <a:xfrm>
          <a:off x="0" y="0"/>
          <a:ext cx="0" cy="0"/>
          <a:chOff x="0" y="0"/>
          <a:chExt cx="0" cy="0"/>
        </a:xfrm>
      </p:grpSpPr>
      <p:sp>
        <p:nvSpPr>
          <p:cNvPr id="55" name="Rectangle 3"/>
          <p:cNvSpPr/>
          <p:nvPr/>
        </p:nvSpPr>
        <p:spPr>
          <a:xfrm>
            <a:off x="-1" y="6049340"/>
            <a:ext cx="9157815" cy="808660"/>
          </a:xfrm>
          <a:prstGeom prst="rect">
            <a:avLst/>
          </a:prstGeom>
          <a:solidFill>
            <a:srgbClr val="041E42"/>
          </a:solidFill>
          <a:ln>
            <a:solidFill>
              <a:srgbClr val="003A7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sz="1300">
                <a:solidFill>
                  <a:srgbClr val="FFFFFF"/>
                </a:solidFill>
              </a:defRPr>
            </a:pPr>
          </a:p>
        </p:txBody>
      </p:sp>
      <p:pic>
        <p:nvPicPr>
          <p:cNvPr id="56" name="Picture 4" descr="Picture 4"/>
          <p:cNvPicPr>
            <a:picLocks noChangeAspect="1"/>
          </p:cNvPicPr>
          <p:nvPr/>
        </p:nvPicPr>
        <p:blipFill>
          <a:blip r:embed="rId2">
            <a:extLst/>
          </a:blip>
          <a:stretch>
            <a:fillRect/>
          </a:stretch>
        </p:blipFill>
        <p:spPr>
          <a:xfrm>
            <a:off x="5831904" y="6371261"/>
            <a:ext cx="3067997" cy="223847"/>
          </a:xfrm>
          <a:prstGeom prst="rect">
            <a:avLst/>
          </a:prstGeom>
          <a:ln w="12700">
            <a:miter lim="400000"/>
          </a:ln>
        </p:spPr>
      </p:pic>
      <p:sp>
        <p:nvSpPr>
          <p:cNvPr id="57" name="Rectangle 6"/>
          <p:cNvSpPr/>
          <p:nvPr/>
        </p:nvSpPr>
        <p:spPr>
          <a:xfrm>
            <a:off x="-1" y="5956648"/>
            <a:ext cx="9144001" cy="92699"/>
          </a:xfrm>
          <a:prstGeom prst="rect">
            <a:avLst/>
          </a:prstGeom>
          <a:solidFill>
            <a:srgbClr val="BBBCBC"/>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sz="1300">
                <a:solidFill>
                  <a:srgbClr val="FFFFFF"/>
                </a:solidFill>
              </a:defRPr>
            </a:pPr>
          </a:p>
        </p:txBody>
      </p:sp>
      <p:sp>
        <p:nvSpPr>
          <p:cNvPr id="58" name="Title Text"/>
          <p:cNvSpPr txBox="1"/>
          <p:nvPr>
            <p:ph type="title"/>
          </p:nvPr>
        </p:nvSpPr>
        <p:spPr>
          <a:prstGeom prst="rect">
            <a:avLst/>
          </a:prstGeom>
        </p:spPr>
        <p:txBody>
          <a:bodyPr/>
          <a:lstStyle/>
          <a:p>
            <a:pPr/>
            <a:r>
              <a:t>Title Text</a:t>
            </a:r>
          </a:p>
        </p:txBody>
      </p:sp>
      <p:sp>
        <p:nvSpPr>
          <p:cNvPr id="59" name="Slide Number"/>
          <p:cNvSpPr txBox="1"/>
          <p:nvPr>
            <p:ph type="sldNum" sz="quarter" idx="2"/>
          </p:nvPr>
        </p:nvSpPr>
        <p:spPr>
          <a:xfrm>
            <a:off x="427896" y="6156904"/>
            <a:ext cx="203022" cy="193039"/>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 Content">
    <p:spTree>
      <p:nvGrpSpPr>
        <p:cNvPr id="1" name=""/>
        <p:cNvGrpSpPr/>
        <p:nvPr/>
      </p:nvGrpSpPr>
      <p:grpSpPr>
        <a:xfrm>
          <a:off x="0" y="0"/>
          <a:ext cx="0" cy="0"/>
          <a:chOff x="0" y="0"/>
          <a:chExt cx="0" cy="0"/>
        </a:xfrm>
      </p:grpSpPr>
      <p:sp>
        <p:nvSpPr>
          <p:cNvPr id="66" name="Rectangle 3"/>
          <p:cNvSpPr/>
          <p:nvPr/>
        </p:nvSpPr>
        <p:spPr>
          <a:xfrm>
            <a:off x="-1" y="6049340"/>
            <a:ext cx="9157815" cy="808660"/>
          </a:xfrm>
          <a:prstGeom prst="rect">
            <a:avLst/>
          </a:prstGeom>
          <a:solidFill>
            <a:srgbClr val="041E42"/>
          </a:solidFill>
          <a:ln>
            <a:solidFill>
              <a:srgbClr val="003A7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sz="1300">
                <a:solidFill>
                  <a:srgbClr val="FFFFFF"/>
                </a:solidFill>
              </a:defRPr>
            </a:pPr>
          </a:p>
        </p:txBody>
      </p:sp>
      <p:pic>
        <p:nvPicPr>
          <p:cNvPr id="67" name="Picture 4" descr="Picture 4"/>
          <p:cNvPicPr>
            <a:picLocks noChangeAspect="1"/>
          </p:cNvPicPr>
          <p:nvPr/>
        </p:nvPicPr>
        <p:blipFill>
          <a:blip r:embed="rId2">
            <a:extLst/>
          </a:blip>
          <a:stretch>
            <a:fillRect/>
          </a:stretch>
        </p:blipFill>
        <p:spPr>
          <a:xfrm>
            <a:off x="5831904" y="6371261"/>
            <a:ext cx="3067997" cy="223847"/>
          </a:xfrm>
          <a:prstGeom prst="rect">
            <a:avLst/>
          </a:prstGeom>
          <a:ln w="12700">
            <a:miter lim="400000"/>
          </a:ln>
        </p:spPr>
      </p:pic>
      <p:sp>
        <p:nvSpPr>
          <p:cNvPr id="68" name="Rectangle 6"/>
          <p:cNvSpPr/>
          <p:nvPr/>
        </p:nvSpPr>
        <p:spPr>
          <a:xfrm>
            <a:off x="-1" y="5956648"/>
            <a:ext cx="9144001" cy="92699"/>
          </a:xfrm>
          <a:prstGeom prst="rect">
            <a:avLst/>
          </a:prstGeom>
          <a:solidFill>
            <a:srgbClr val="BBBCBC"/>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sz="1300">
                <a:solidFill>
                  <a:srgbClr val="FFFFFF"/>
                </a:solidFill>
              </a:defRPr>
            </a:pPr>
          </a:p>
        </p:txBody>
      </p:sp>
      <p:sp>
        <p:nvSpPr>
          <p:cNvPr id="69" name="Title Text"/>
          <p:cNvSpPr txBox="1"/>
          <p:nvPr>
            <p:ph type="title"/>
          </p:nvPr>
        </p:nvSpPr>
        <p:spPr>
          <a:prstGeom prst="rect">
            <a:avLst/>
          </a:prstGeom>
        </p:spPr>
        <p:txBody>
          <a:bodyPr/>
          <a:lstStyle/>
          <a:p>
            <a:pPr/>
            <a:r>
              <a:t>Title Text</a:t>
            </a:r>
          </a:p>
        </p:txBody>
      </p:sp>
      <p:sp>
        <p:nvSpPr>
          <p:cNvPr id="70" name="Body Level One…"/>
          <p:cNvSpPr txBox="1"/>
          <p:nvPr>
            <p:ph type="body" sz="half" idx="1"/>
          </p:nvPr>
        </p:nvSpPr>
        <p:spPr>
          <a:xfrm>
            <a:off x="457200" y="1600206"/>
            <a:ext cx="4038600" cy="4525963"/>
          </a:xfrm>
          <a:prstGeom prst="rect">
            <a:avLst/>
          </a:prstGeom>
        </p:spPr>
        <p:txBody>
          <a:bodyPr/>
          <a:lstStyle>
            <a:lvl1pPr>
              <a:defRPr sz="2100"/>
            </a:lvl1pPr>
            <a:lvl2pPr marL="593088" indent="-250098">
              <a:defRPr sz="2100"/>
            </a:lvl2pPr>
            <a:lvl3pPr marL="926077" indent="-240093">
              <a:defRPr sz="2100"/>
            </a:lvl3pPr>
            <a:lvl4pPr marL="1306006" indent="-277032">
              <a:defRPr sz="2100"/>
            </a:lvl4pPr>
            <a:lvl5pPr marL="1648997" indent="-277032">
              <a:defRPr sz="2100"/>
            </a:lvl5pPr>
          </a:lstStyle>
          <a:p>
            <a:pPr/>
            <a:r>
              <a:t>Body Level One</a:t>
            </a:r>
          </a:p>
          <a:p>
            <a:pPr lvl="1"/>
            <a:r>
              <a:t>Body Level Two</a:t>
            </a:r>
          </a:p>
          <a:p>
            <a:pPr lvl="2"/>
            <a:r>
              <a:t>Body Level Three</a:t>
            </a:r>
          </a:p>
          <a:p>
            <a:pPr lvl="3"/>
            <a:r>
              <a:t>Body Level Four</a:t>
            </a:r>
          </a:p>
          <a:p>
            <a:pPr lvl="4"/>
            <a:r>
              <a:t>Body Level Five</a:t>
            </a:r>
          </a:p>
        </p:txBody>
      </p:sp>
      <p:sp>
        <p:nvSpPr>
          <p:cNvPr id="71" name="Slide Number"/>
          <p:cNvSpPr txBox="1"/>
          <p:nvPr>
            <p:ph type="sldNum" sz="quarter" idx="2"/>
          </p:nvPr>
        </p:nvSpPr>
        <p:spPr>
          <a:xfrm>
            <a:off x="427896" y="6156904"/>
            <a:ext cx="203022" cy="193039"/>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mparison">
    <p:spTree>
      <p:nvGrpSpPr>
        <p:cNvPr id="1" name=""/>
        <p:cNvGrpSpPr/>
        <p:nvPr/>
      </p:nvGrpSpPr>
      <p:grpSpPr>
        <a:xfrm>
          <a:off x="0" y="0"/>
          <a:ext cx="0" cy="0"/>
          <a:chOff x="0" y="0"/>
          <a:chExt cx="0" cy="0"/>
        </a:xfrm>
      </p:grpSpPr>
      <p:sp>
        <p:nvSpPr>
          <p:cNvPr id="78" name="Rectangle 3"/>
          <p:cNvSpPr/>
          <p:nvPr/>
        </p:nvSpPr>
        <p:spPr>
          <a:xfrm>
            <a:off x="-1" y="6049340"/>
            <a:ext cx="9157815" cy="808660"/>
          </a:xfrm>
          <a:prstGeom prst="rect">
            <a:avLst/>
          </a:prstGeom>
          <a:solidFill>
            <a:srgbClr val="041E42"/>
          </a:solidFill>
          <a:ln>
            <a:solidFill>
              <a:srgbClr val="003A7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sz="1300">
                <a:solidFill>
                  <a:srgbClr val="FFFFFF"/>
                </a:solidFill>
              </a:defRPr>
            </a:pPr>
          </a:p>
        </p:txBody>
      </p:sp>
      <p:pic>
        <p:nvPicPr>
          <p:cNvPr id="79" name="Picture 4" descr="Picture 4"/>
          <p:cNvPicPr>
            <a:picLocks noChangeAspect="1"/>
          </p:cNvPicPr>
          <p:nvPr/>
        </p:nvPicPr>
        <p:blipFill>
          <a:blip r:embed="rId2">
            <a:extLst/>
          </a:blip>
          <a:stretch>
            <a:fillRect/>
          </a:stretch>
        </p:blipFill>
        <p:spPr>
          <a:xfrm>
            <a:off x="5831904" y="6371261"/>
            <a:ext cx="3067997" cy="223847"/>
          </a:xfrm>
          <a:prstGeom prst="rect">
            <a:avLst/>
          </a:prstGeom>
          <a:ln w="12700">
            <a:miter lim="400000"/>
          </a:ln>
        </p:spPr>
      </p:pic>
      <p:sp>
        <p:nvSpPr>
          <p:cNvPr id="80" name="Rectangle 6"/>
          <p:cNvSpPr/>
          <p:nvPr/>
        </p:nvSpPr>
        <p:spPr>
          <a:xfrm>
            <a:off x="-1" y="5956648"/>
            <a:ext cx="9144001" cy="92699"/>
          </a:xfrm>
          <a:prstGeom prst="rect">
            <a:avLst/>
          </a:prstGeom>
          <a:solidFill>
            <a:srgbClr val="BBBCBC"/>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sz="1300">
                <a:solidFill>
                  <a:srgbClr val="FFFFFF"/>
                </a:solidFill>
              </a:defRPr>
            </a:pPr>
          </a:p>
        </p:txBody>
      </p:sp>
      <p:sp>
        <p:nvSpPr>
          <p:cNvPr id="81" name="Title Text"/>
          <p:cNvSpPr txBox="1"/>
          <p:nvPr>
            <p:ph type="title"/>
          </p:nvPr>
        </p:nvSpPr>
        <p:spPr>
          <a:prstGeom prst="rect">
            <a:avLst/>
          </a:prstGeom>
        </p:spPr>
        <p:txBody>
          <a:bodyPr/>
          <a:lstStyle/>
          <a:p>
            <a:pPr/>
            <a:r>
              <a:t>Title Text</a:t>
            </a:r>
          </a:p>
        </p:txBody>
      </p:sp>
      <p:sp>
        <p:nvSpPr>
          <p:cNvPr id="82" name="Body Level One…"/>
          <p:cNvSpPr txBox="1"/>
          <p:nvPr>
            <p:ph type="body" sz="quarter" idx="1"/>
          </p:nvPr>
        </p:nvSpPr>
        <p:spPr>
          <a:xfrm>
            <a:off x="457200" y="1535112"/>
            <a:ext cx="4040188" cy="639763"/>
          </a:xfrm>
          <a:prstGeom prst="rect">
            <a:avLst/>
          </a:prstGeom>
        </p:spPr>
        <p:txBody>
          <a:bodyPr anchor="b"/>
          <a:lstStyle>
            <a:lvl1pPr marL="0" indent="0">
              <a:spcBef>
                <a:spcPts val="400"/>
              </a:spcBef>
              <a:buSzTx/>
              <a:buFontTx/>
              <a:buNone/>
              <a:defRPr b="1" sz="1800"/>
            </a:lvl1pPr>
            <a:lvl2pPr marL="0" indent="0">
              <a:spcBef>
                <a:spcPts val="400"/>
              </a:spcBef>
              <a:buSzTx/>
              <a:buFontTx/>
              <a:buNone/>
              <a:defRPr b="1" sz="1800"/>
            </a:lvl2pPr>
            <a:lvl3pPr marL="0" indent="0">
              <a:spcBef>
                <a:spcPts val="400"/>
              </a:spcBef>
              <a:buSzTx/>
              <a:buFontTx/>
              <a:buNone/>
              <a:defRPr b="1" sz="1800"/>
            </a:lvl3pPr>
            <a:lvl4pPr marL="0" indent="0">
              <a:spcBef>
                <a:spcPts val="400"/>
              </a:spcBef>
              <a:buSzTx/>
              <a:buFontTx/>
              <a:buNone/>
              <a:defRPr b="1" sz="1800"/>
            </a:lvl4pPr>
            <a:lvl5pPr marL="0" indent="0">
              <a:spcBef>
                <a:spcPts val="400"/>
              </a:spcBef>
              <a:buSzTx/>
              <a:buFontTx/>
              <a:buNone/>
              <a:defRPr b="1" sz="1800"/>
            </a:lvl5pPr>
          </a:lstStyle>
          <a:p>
            <a:pPr/>
            <a:r>
              <a:t>Body Level One</a:t>
            </a:r>
          </a:p>
          <a:p>
            <a:pPr lvl="1"/>
            <a:r>
              <a:t>Body Level Two</a:t>
            </a:r>
          </a:p>
          <a:p>
            <a:pPr lvl="2"/>
            <a:r>
              <a:t>Body Level Three</a:t>
            </a:r>
          </a:p>
          <a:p>
            <a:pPr lvl="3"/>
            <a:r>
              <a:t>Body Level Four</a:t>
            </a:r>
          </a:p>
          <a:p>
            <a:pPr lvl="4"/>
            <a:r>
              <a:t>Body Level Five</a:t>
            </a:r>
          </a:p>
        </p:txBody>
      </p:sp>
      <p:sp>
        <p:nvSpPr>
          <p:cNvPr id="83" name="Text Placeholder 4"/>
          <p:cNvSpPr/>
          <p:nvPr>
            <p:ph type="body" sz="quarter" idx="21"/>
          </p:nvPr>
        </p:nvSpPr>
        <p:spPr>
          <a:xfrm>
            <a:off x="4645025" y="1535111"/>
            <a:ext cx="4041775" cy="639765"/>
          </a:xfrm>
          <a:prstGeom prst="rect">
            <a:avLst/>
          </a:prstGeom>
        </p:spPr>
        <p:txBody>
          <a:bodyPr anchor="b"/>
          <a:lstStyle/>
          <a:p>
            <a:pPr/>
          </a:p>
        </p:txBody>
      </p:sp>
      <p:sp>
        <p:nvSpPr>
          <p:cNvPr id="84" name="Slide Number"/>
          <p:cNvSpPr txBox="1"/>
          <p:nvPr>
            <p:ph type="sldNum" sz="quarter" idx="2"/>
          </p:nvPr>
        </p:nvSpPr>
        <p:spPr>
          <a:xfrm>
            <a:off x="427896" y="6156904"/>
            <a:ext cx="203022" cy="193039"/>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Only">
    <p:spTree>
      <p:nvGrpSpPr>
        <p:cNvPr id="1" name=""/>
        <p:cNvGrpSpPr/>
        <p:nvPr/>
      </p:nvGrpSpPr>
      <p:grpSpPr>
        <a:xfrm>
          <a:off x="0" y="0"/>
          <a:ext cx="0" cy="0"/>
          <a:chOff x="0" y="0"/>
          <a:chExt cx="0" cy="0"/>
        </a:xfrm>
      </p:grpSpPr>
      <p:sp>
        <p:nvSpPr>
          <p:cNvPr id="91" name="Rectangle 3"/>
          <p:cNvSpPr/>
          <p:nvPr/>
        </p:nvSpPr>
        <p:spPr>
          <a:xfrm>
            <a:off x="-1" y="6049340"/>
            <a:ext cx="9157815" cy="808660"/>
          </a:xfrm>
          <a:prstGeom prst="rect">
            <a:avLst/>
          </a:prstGeom>
          <a:solidFill>
            <a:srgbClr val="041E42"/>
          </a:solidFill>
          <a:ln>
            <a:solidFill>
              <a:srgbClr val="003A7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sz="1300">
                <a:solidFill>
                  <a:srgbClr val="FFFFFF"/>
                </a:solidFill>
              </a:defRPr>
            </a:pPr>
          </a:p>
        </p:txBody>
      </p:sp>
      <p:pic>
        <p:nvPicPr>
          <p:cNvPr id="92" name="Picture 4" descr="Picture 4"/>
          <p:cNvPicPr>
            <a:picLocks noChangeAspect="1"/>
          </p:cNvPicPr>
          <p:nvPr/>
        </p:nvPicPr>
        <p:blipFill>
          <a:blip r:embed="rId2">
            <a:extLst/>
          </a:blip>
          <a:stretch>
            <a:fillRect/>
          </a:stretch>
        </p:blipFill>
        <p:spPr>
          <a:xfrm>
            <a:off x="5831904" y="6371261"/>
            <a:ext cx="3067997" cy="223847"/>
          </a:xfrm>
          <a:prstGeom prst="rect">
            <a:avLst/>
          </a:prstGeom>
          <a:ln w="12700">
            <a:miter lim="400000"/>
          </a:ln>
        </p:spPr>
      </p:pic>
      <p:sp>
        <p:nvSpPr>
          <p:cNvPr id="93" name="Rectangle 6"/>
          <p:cNvSpPr/>
          <p:nvPr/>
        </p:nvSpPr>
        <p:spPr>
          <a:xfrm>
            <a:off x="-1" y="5956648"/>
            <a:ext cx="9144001" cy="92699"/>
          </a:xfrm>
          <a:prstGeom prst="rect">
            <a:avLst/>
          </a:prstGeom>
          <a:solidFill>
            <a:srgbClr val="BBBCBC"/>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sz="1300">
                <a:solidFill>
                  <a:srgbClr val="FFFFFF"/>
                </a:solidFill>
              </a:defRPr>
            </a:pPr>
          </a:p>
        </p:txBody>
      </p:sp>
      <p:sp>
        <p:nvSpPr>
          <p:cNvPr id="94" name="Title Text"/>
          <p:cNvSpPr txBox="1"/>
          <p:nvPr>
            <p:ph type="title"/>
          </p:nvPr>
        </p:nvSpPr>
        <p:spPr>
          <a:prstGeom prst="rect">
            <a:avLst/>
          </a:prstGeom>
        </p:spPr>
        <p:txBody>
          <a:bodyPr/>
          <a:lstStyle/>
          <a:p>
            <a:pPr/>
            <a:r>
              <a:t>Title Text</a:t>
            </a:r>
          </a:p>
        </p:txBody>
      </p:sp>
      <p:sp>
        <p:nvSpPr>
          <p:cNvPr id="95" name="Slide Number"/>
          <p:cNvSpPr txBox="1"/>
          <p:nvPr>
            <p:ph type="sldNum" sz="quarter" idx="2"/>
          </p:nvPr>
        </p:nvSpPr>
        <p:spPr>
          <a:xfrm>
            <a:off x="427896" y="6156904"/>
            <a:ext cx="203022" cy="193039"/>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spTree>
      <p:nvGrpSpPr>
        <p:cNvPr id="1" name=""/>
        <p:cNvGrpSpPr/>
        <p:nvPr/>
      </p:nvGrpSpPr>
      <p:grpSpPr>
        <a:xfrm>
          <a:off x="0" y="0"/>
          <a:ext cx="0" cy="0"/>
          <a:chOff x="0" y="0"/>
          <a:chExt cx="0" cy="0"/>
        </a:xfrm>
      </p:grpSpPr>
      <p:sp>
        <p:nvSpPr>
          <p:cNvPr id="102" name="Rectangle 3"/>
          <p:cNvSpPr/>
          <p:nvPr/>
        </p:nvSpPr>
        <p:spPr>
          <a:xfrm>
            <a:off x="-1" y="6049340"/>
            <a:ext cx="9157815" cy="808660"/>
          </a:xfrm>
          <a:prstGeom prst="rect">
            <a:avLst/>
          </a:prstGeom>
          <a:solidFill>
            <a:srgbClr val="041E42"/>
          </a:solidFill>
          <a:ln>
            <a:solidFill>
              <a:srgbClr val="003A7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sz="1300">
                <a:solidFill>
                  <a:srgbClr val="FFFFFF"/>
                </a:solidFill>
              </a:defRPr>
            </a:pPr>
          </a:p>
        </p:txBody>
      </p:sp>
      <p:pic>
        <p:nvPicPr>
          <p:cNvPr id="103" name="Picture 4" descr="Picture 4"/>
          <p:cNvPicPr>
            <a:picLocks noChangeAspect="1"/>
          </p:cNvPicPr>
          <p:nvPr/>
        </p:nvPicPr>
        <p:blipFill>
          <a:blip r:embed="rId2">
            <a:extLst/>
          </a:blip>
          <a:stretch>
            <a:fillRect/>
          </a:stretch>
        </p:blipFill>
        <p:spPr>
          <a:xfrm>
            <a:off x="5831904" y="6371261"/>
            <a:ext cx="3067997" cy="223847"/>
          </a:xfrm>
          <a:prstGeom prst="rect">
            <a:avLst/>
          </a:prstGeom>
          <a:ln w="12700">
            <a:miter lim="400000"/>
          </a:ln>
        </p:spPr>
      </p:pic>
      <p:sp>
        <p:nvSpPr>
          <p:cNvPr id="104" name="Rectangle 6"/>
          <p:cNvSpPr/>
          <p:nvPr/>
        </p:nvSpPr>
        <p:spPr>
          <a:xfrm>
            <a:off x="-1" y="5956648"/>
            <a:ext cx="9144001" cy="92699"/>
          </a:xfrm>
          <a:prstGeom prst="rect">
            <a:avLst/>
          </a:prstGeom>
          <a:solidFill>
            <a:srgbClr val="BBBCBC"/>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sz="1300">
                <a:solidFill>
                  <a:srgbClr val="FFFFFF"/>
                </a:solidFill>
              </a:defRPr>
            </a:pPr>
          </a:p>
        </p:txBody>
      </p:sp>
      <p:sp>
        <p:nvSpPr>
          <p:cNvPr id="105" name="Slide Number"/>
          <p:cNvSpPr txBox="1"/>
          <p:nvPr>
            <p:ph type="sldNum" sz="quarter" idx="2"/>
          </p:nvPr>
        </p:nvSpPr>
        <p:spPr>
          <a:xfrm>
            <a:off x="427896" y="6156904"/>
            <a:ext cx="203022" cy="193039"/>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ntent with Caption">
    <p:spTree>
      <p:nvGrpSpPr>
        <p:cNvPr id="1" name=""/>
        <p:cNvGrpSpPr/>
        <p:nvPr/>
      </p:nvGrpSpPr>
      <p:grpSpPr>
        <a:xfrm>
          <a:off x="0" y="0"/>
          <a:ext cx="0" cy="0"/>
          <a:chOff x="0" y="0"/>
          <a:chExt cx="0" cy="0"/>
        </a:xfrm>
      </p:grpSpPr>
      <p:sp>
        <p:nvSpPr>
          <p:cNvPr id="112" name="Rectangle 3"/>
          <p:cNvSpPr/>
          <p:nvPr/>
        </p:nvSpPr>
        <p:spPr>
          <a:xfrm>
            <a:off x="-1" y="6049340"/>
            <a:ext cx="9157815" cy="808660"/>
          </a:xfrm>
          <a:prstGeom prst="rect">
            <a:avLst/>
          </a:prstGeom>
          <a:solidFill>
            <a:srgbClr val="041E42"/>
          </a:solidFill>
          <a:ln>
            <a:solidFill>
              <a:srgbClr val="003A7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sz="1300">
                <a:solidFill>
                  <a:srgbClr val="FFFFFF"/>
                </a:solidFill>
              </a:defRPr>
            </a:pPr>
          </a:p>
        </p:txBody>
      </p:sp>
      <p:pic>
        <p:nvPicPr>
          <p:cNvPr id="113" name="Picture 4" descr="Picture 4"/>
          <p:cNvPicPr>
            <a:picLocks noChangeAspect="1"/>
          </p:cNvPicPr>
          <p:nvPr/>
        </p:nvPicPr>
        <p:blipFill>
          <a:blip r:embed="rId2">
            <a:extLst/>
          </a:blip>
          <a:stretch>
            <a:fillRect/>
          </a:stretch>
        </p:blipFill>
        <p:spPr>
          <a:xfrm>
            <a:off x="5831904" y="6371261"/>
            <a:ext cx="3067997" cy="223847"/>
          </a:xfrm>
          <a:prstGeom prst="rect">
            <a:avLst/>
          </a:prstGeom>
          <a:ln w="12700">
            <a:miter lim="400000"/>
          </a:ln>
        </p:spPr>
      </p:pic>
      <p:sp>
        <p:nvSpPr>
          <p:cNvPr id="114" name="Rectangle 6"/>
          <p:cNvSpPr/>
          <p:nvPr/>
        </p:nvSpPr>
        <p:spPr>
          <a:xfrm>
            <a:off x="-1" y="5956648"/>
            <a:ext cx="9144001" cy="92699"/>
          </a:xfrm>
          <a:prstGeom prst="rect">
            <a:avLst/>
          </a:prstGeom>
          <a:solidFill>
            <a:srgbClr val="BBBCBC"/>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sz="1300">
                <a:solidFill>
                  <a:srgbClr val="FFFFFF"/>
                </a:solidFill>
              </a:defRPr>
            </a:pPr>
          </a:p>
        </p:txBody>
      </p:sp>
      <p:sp>
        <p:nvSpPr>
          <p:cNvPr id="115" name="Title Text"/>
          <p:cNvSpPr txBox="1"/>
          <p:nvPr>
            <p:ph type="title"/>
          </p:nvPr>
        </p:nvSpPr>
        <p:spPr>
          <a:xfrm>
            <a:off x="457203" y="273050"/>
            <a:ext cx="3008315" cy="1162050"/>
          </a:xfrm>
          <a:prstGeom prst="rect">
            <a:avLst/>
          </a:prstGeom>
        </p:spPr>
        <p:txBody>
          <a:bodyPr anchor="b"/>
          <a:lstStyle>
            <a:lvl1pPr>
              <a:defRPr sz="1500"/>
            </a:lvl1pPr>
          </a:lstStyle>
          <a:p>
            <a:pPr/>
            <a:r>
              <a:t>Title Text</a:t>
            </a:r>
          </a:p>
        </p:txBody>
      </p:sp>
      <p:sp>
        <p:nvSpPr>
          <p:cNvPr id="116" name="Body Level One…"/>
          <p:cNvSpPr txBox="1"/>
          <p:nvPr>
            <p:ph type="body" idx="1"/>
          </p:nvPr>
        </p:nvSpPr>
        <p:spPr>
          <a:xfrm>
            <a:off x="3575050" y="273056"/>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17" name="Text Placeholder 3"/>
          <p:cNvSpPr/>
          <p:nvPr>
            <p:ph type="body" sz="half" idx="21"/>
          </p:nvPr>
        </p:nvSpPr>
        <p:spPr>
          <a:xfrm>
            <a:off x="457201" y="1435103"/>
            <a:ext cx="3008316" cy="4691063"/>
          </a:xfrm>
          <a:prstGeom prst="rect">
            <a:avLst/>
          </a:prstGeom>
        </p:spPr>
        <p:txBody>
          <a:bodyPr/>
          <a:lstStyle/>
          <a:p>
            <a:pPr/>
          </a:p>
        </p:txBody>
      </p:sp>
      <p:sp>
        <p:nvSpPr>
          <p:cNvPr id="118" name="Slide Number"/>
          <p:cNvSpPr txBox="1"/>
          <p:nvPr>
            <p:ph type="sldNum" sz="quarter" idx="2"/>
          </p:nvPr>
        </p:nvSpPr>
        <p:spPr>
          <a:xfrm>
            <a:off x="427896" y="6156904"/>
            <a:ext cx="203022" cy="193039"/>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icture with Caption">
    <p:spTree>
      <p:nvGrpSpPr>
        <p:cNvPr id="1" name=""/>
        <p:cNvGrpSpPr/>
        <p:nvPr/>
      </p:nvGrpSpPr>
      <p:grpSpPr>
        <a:xfrm>
          <a:off x="0" y="0"/>
          <a:ext cx="0" cy="0"/>
          <a:chOff x="0" y="0"/>
          <a:chExt cx="0" cy="0"/>
        </a:xfrm>
      </p:grpSpPr>
      <p:sp>
        <p:nvSpPr>
          <p:cNvPr id="125" name="Rectangle 3"/>
          <p:cNvSpPr/>
          <p:nvPr/>
        </p:nvSpPr>
        <p:spPr>
          <a:xfrm>
            <a:off x="-1" y="6049340"/>
            <a:ext cx="9157815" cy="808660"/>
          </a:xfrm>
          <a:prstGeom prst="rect">
            <a:avLst/>
          </a:prstGeom>
          <a:solidFill>
            <a:srgbClr val="041E42"/>
          </a:solidFill>
          <a:ln>
            <a:solidFill>
              <a:srgbClr val="003A7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sz="1300">
                <a:solidFill>
                  <a:srgbClr val="FFFFFF"/>
                </a:solidFill>
              </a:defRPr>
            </a:pPr>
          </a:p>
        </p:txBody>
      </p:sp>
      <p:pic>
        <p:nvPicPr>
          <p:cNvPr id="126" name="Picture 4" descr="Picture 4"/>
          <p:cNvPicPr>
            <a:picLocks noChangeAspect="1"/>
          </p:cNvPicPr>
          <p:nvPr/>
        </p:nvPicPr>
        <p:blipFill>
          <a:blip r:embed="rId2">
            <a:extLst/>
          </a:blip>
          <a:stretch>
            <a:fillRect/>
          </a:stretch>
        </p:blipFill>
        <p:spPr>
          <a:xfrm>
            <a:off x="5831904" y="6371261"/>
            <a:ext cx="3067997" cy="223847"/>
          </a:xfrm>
          <a:prstGeom prst="rect">
            <a:avLst/>
          </a:prstGeom>
          <a:ln w="12700">
            <a:miter lim="400000"/>
          </a:ln>
        </p:spPr>
      </p:pic>
      <p:sp>
        <p:nvSpPr>
          <p:cNvPr id="127" name="Rectangle 6"/>
          <p:cNvSpPr/>
          <p:nvPr/>
        </p:nvSpPr>
        <p:spPr>
          <a:xfrm>
            <a:off x="-1" y="5956648"/>
            <a:ext cx="9144001" cy="92699"/>
          </a:xfrm>
          <a:prstGeom prst="rect">
            <a:avLst/>
          </a:prstGeom>
          <a:solidFill>
            <a:srgbClr val="BBBCBC"/>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sz="1300">
                <a:solidFill>
                  <a:srgbClr val="FFFFFF"/>
                </a:solidFill>
              </a:defRPr>
            </a:pPr>
          </a:p>
        </p:txBody>
      </p:sp>
      <p:sp>
        <p:nvSpPr>
          <p:cNvPr id="128" name="Title Text"/>
          <p:cNvSpPr txBox="1"/>
          <p:nvPr>
            <p:ph type="title"/>
          </p:nvPr>
        </p:nvSpPr>
        <p:spPr>
          <a:xfrm>
            <a:off x="1792288" y="4800600"/>
            <a:ext cx="5486402" cy="566738"/>
          </a:xfrm>
          <a:prstGeom prst="rect">
            <a:avLst/>
          </a:prstGeom>
        </p:spPr>
        <p:txBody>
          <a:bodyPr anchor="b"/>
          <a:lstStyle>
            <a:lvl1pPr>
              <a:defRPr sz="1500"/>
            </a:lvl1pPr>
          </a:lstStyle>
          <a:p>
            <a:pPr/>
            <a:r>
              <a:t>Title Text</a:t>
            </a:r>
          </a:p>
        </p:txBody>
      </p:sp>
      <p:sp>
        <p:nvSpPr>
          <p:cNvPr id="129" name="Picture Placeholder 2"/>
          <p:cNvSpPr/>
          <p:nvPr>
            <p:ph type="pic" sz="half" idx="21"/>
          </p:nvPr>
        </p:nvSpPr>
        <p:spPr>
          <a:xfrm>
            <a:off x="1792288" y="612775"/>
            <a:ext cx="5486402" cy="4114800"/>
          </a:xfrm>
          <a:prstGeom prst="rect">
            <a:avLst/>
          </a:prstGeom>
        </p:spPr>
        <p:txBody>
          <a:bodyPr lIns="91439" tIns="45719" rIns="91439" bIns="45719">
            <a:noAutofit/>
          </a:bodyPr>
          <a:lstStyle/>
          <a:p>
            <a:pPr/>
          </a:p>
        </p:txBody>
      </p:sp>
      <p:sp>
        <p:nvSpPr>
          <p:cNvPr id="130" name="Body Level One…"/>
          <p:cNvSpPr txBox="1"/>
          <p:nvPr>
            <p:ph type="body" sz="quarter" idx="1"/>
          </p:nvPr>
        </p:nvSpPr>
        <p:spPr>
          <a:xfrm>
            <a:off x="1792288" y="5367337"/>
            <a:ext cx="5486402" cy="804864"/>
          </a:xfrm>
          <a:prstGeom prst="rect">
            <a:avLst/>
          </a:prstGeom>
        </p:spPr>
        <p:txBody>
          <a:bodyPr/>
          <a:lstStyle>
            <a:lvl1pPr marL="0" indent="0">
              <a:spcBef>
                <a:spcPts val="200"/>
              </a:spcBef>
              <a:buSzTx/>
              <a:buFontTx/>
              <a:buNone/>
              <a:defRPr sz="1000"/>
            </a:lvl1pPr>
            <a:lvl2pPr marL="0" indent="0">
              <a:spcBef>
                <a:spcPts val="200"/>
              </a:spcBef>
              <a:buSzTx/>
              <a:buFontTx/>
              <a:buNone/>
              <a:defRPr sz="1000"/>
            </a:lvl2pPr>
            <a:lvl3pPr marL="0" indent="0">
              <a:spcBef>
                <a:spcPts val="200"/>
              </a:spcBef>
              <a:buSzTx/>
              <a:buFontTx/>
              <a:buNone/>
              <a:defRPr sz="1000"/>
            </a:lvl3pPr>
            <a:lvl4pPr marL="0" indent="0">
              <a:spcBef>
                <a:spcPts val="200"/>
              </a:spcBef>
              <a:buSzTx/>
              <a:buFontTx/>
              <a:buNone/>
              <a:defRPr sz="1000"/>
            </a:lvl4pPr>
            <a:lvl5pPr marL="0" indent="0">
              <a:spcBef>
                <a:spcPts val="200"/>
              </a:spcBef>
              <a:buSzTx/>
              <a:buFontTx/>
              <a:buNone/>
              <a:defRPr sz="1000"/>
            </a:lvl5pPr>
          </a:lstStyle>
          <a:p>
            <a:pPr/>
            <a:r>
              <a:t>Body Level One</a:t>
            </a:r>
          </a:p>
          <a:p>
            <a:pPr lvl="1"/>
            <a:r>
              <a:t>Body Level Two</a:t>
            </a:r>
          </a:p>
          <a:p>
            <a:pPr lvl="2"/>
            <a:r>
              <a:t>Body Level Three</a:t>
            </a:r>
          </a:p>
          <a:p>
            <a:pPr lvl="3"/>
            <a:r>
              <a:t>Body Level Four</a:t>
            </a:r>
          </a:p>
          <a:p>
            <a:pPr lvl="4"/>
            <a:r>
              <a:t>Body Level Five</a:t>
            </a:r>
          </a:p>
        </p:txBody>
      </p:sp>
      <p:sp>
        <p:nvSpPr>
          <p:cNvPr id="131" name="Slide Number"/>
          <p:cNvSpPr txBox="1"/>
          <p:nvPr>
            <p:ph type="sldNum" sz="quarter" idx="2"/>
          </p:nvPr>
        </p:nvSpPr>
        <p:spPr>
          <a:xfrm>
            <a:off x="427896" y="6156904"/>
            <a:ext cx="203022" cy="193039"/>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Rectangle 3"/>
          <p:cNvSpPr/>
          <p:nvPr/>
        </p:nvSpPr>
        <p:spPr>
          <a:xfrm>
            <a:off x="-1" y="6049340"/>
            <a:ext cx="9157815" cy="808660"/>
          </a:xfrm>
          <a:prstGeom prst="rect">
            <a:avLst/>
          </a:prstGeom>
          <a:solidFill>
            <a:srgbClr val="041E42"/>
          </a:solidFill>
          <a:ln>
            <a:solidFill>
              <a:srgbClr val="003A79"/>
            </a:solidFill>
          </a:ln>
          <a:effectLst>
            <a:outerShdw sx="100000" sy="100000" kx="0" ky="0" algn="b" rotWithShape="0" blurRad="38100" dist="23000" dir="5400000">
              <a:srgbClr val="000000">
                <a:alpha val="35000"/>
              </a:srgbClr>
            </a:outerShdw>
          </a:effectLst>
        </p:spPr>
        <p:txBody>
          <a:bodyPr lIns="45718" tIns="45718" rIns="45718" bIns="45718" anchor="ctr"/>
          <a:lstStyle/>
          <a:p>
            <a:pPr algn="ctr">
              <a:defRPr sz="1300">
                <a:solidFill>
                  <a:srgbClr val="FFFFFF"/>
                </a:solidFill>
              </a:defRPr>
            </a:pPr>
          </a:p>
        </p:txBody>
      </p:sp>
      <p:pic>
        <p:nvPicPr>
          <p:cNvPr id="3" name="Picture 4" descr="Picture 4"/>
          <p:cNvPicPr>
            <a:picLocks noChangeAspect="1"/>
          </p:cNvPicPr>
          <p:nvPr/>
        </p:nvPicPr>
        <p:blipFill>
          <a:blip r:embed="rId2">
            <a:extLst/>
          </a:blip>
          <a:stretch>
            <a:fillRect/>
          </a:stretch>
        </p:blipFill>
        <p:spPr>
          <a:xfrm>
            <a:off x="5831904" y="6371261"/>
            <a:ext cx="3067997" cy="223847"/>
          </a:xfrm>
          <a:prstGeom prst="rect">
            <a:avLst/>
          </a:prstGeom>
          <a:ln w="12700">
            <a:miter lim="400000"/>
          </a:ln>
        </p:spPr>
      </p:pic>
      <p:sp>
        <p:nvSpPr>
          <p:cNvPr id="4" name="Rectangle 6"/>
          <p:cNvSpPr/>
          <p:nvPr/>
        </p:nvSpPr>
        <p:spPr>
          <a:xfrm>
            <a:off x="-1" y="5956648"/>
            <a:ext cx="9144001" cy="92699"/>
          </a:xfrm>
          <a:prstGeom prst="rect">
            <a:avLst/>
          </a:prstGeom>
          <a:solidFill>
            <a:srgbClr val="BBBCBC"/>
          </a:solidFill>
          <a:ln w="12700">
            <a:miter lim="400000"/>
          </a:ln>
          <a:effectLst>
            <a:outerShdw sx="100000" sy="100000" kx="0" ky="0" algn="b" rotWithShape="0" blurRad="38100" dist="23000" dir="5400000">
              <a:srgbClr val="000000">
                <a:alpha val="35000"/>
              </a:srgbClr>
            </a:outerShdw>
          </a:effectLst>
        </p:spPr>
        <p:txBody>
          <a:bodyPr lIns="45718" tIns="45718" rIns="45718" bIns="45718" anchor="ctr"/>
          <a:lstStyle/>
          <a:p>
            <a:pPr algn="ctr">
              <a:defRPr sz="1300">
                <a:solidFill>
                  <a:srgbClr val="FFFFFF"/>
                </a:solidFill>
              </a:defRPr>
            </a:pPr>
          </a:p>
        </p:txBody>
      </p:sp>
      <p:sp>
        <p:nvSpPr>
          <p:cNvPr id="5" name="Title Text"/>
          <p:cNvSpPr txBox="1"/>
          <p:nvPr>
            <p:ph type="title"/>
          </p:nvPr>
        </p:nvSpPr>
        <p:spPr>
          <a:xfrm>
            <a:off x="213474" y="341767"/>
            <a:ext cx="8686428" cy="87896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ormAutofit fontScale="100000" lnSpcReduction="0"/>
          </a:bodyPr>
          <a:lstStyle/>
          <a:p>
            <a:pPr/>
            <a:r>
              <a:t>Title Text</a:t>
            </a:r>
          </a:p>
        </p:txBody>
      </p:sp>
      <p:sp>
        <p:nvSpPr>
          <p:cNvPr id="6" name="Body Level One…"/>
          <p:cNvSpPr txBox="1"/>
          <p:nvPr>
            <p:ph type="body" idx="1"/>
          </p:nvPr>
        </p:nvSpPr>
        <p:spPr>
          <a:xfrm>
            <a:off x="213474" y="1338867"/>
            <a:ext cx="8686428" cy="426271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7" name="Slide Number"/>
          <p:cNvSpPr txBox="1"/>
          <p:nvPr>
            <p:ph type="sldNum" sz="quarter" idx="2"/>
          </p:nvPr>
        </p:nvSpPr>
        <p:spPr>
          <a:xfrm>
            <a:off x="6553200" y="6259831"/>
            <a:ext cx="203022" cy="193039"/>
          </a:xfrm>
          <a:prstGeom prst="rect">
            <a:avLst/>
          </a:prstGeom>
          <a:ln w="12700">
            <a:miter lim="400000"/>
          </a:ln>
        </p:spPr>
        <p:txBody>
          <a:bodyPr wrap="none" lIns="45718" tIns="45718" rIns="45718" bIns="45718" anchor="ctr">
            <a:spAutoFit/>
          </a:bodyPr>
          <a:lstStyle>
            <a:lvl1pPr>
              <a:defRPr sz="700">
                <a:solidFill>
                  <a:srgbClr val="FFFFFF"/>
                </a:solidFill>
                <a:latin typeface="55 Helvetica Roman"/>
                <a:ea typeface="55 Helvetica Roman"/>
                <a:cs typeface="55 Helvetica Roman"/>
                <a:sym typeface="55 Helvetica Roman"/>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ransition xmlns:p14="http://schemas.microsoft.com/office/powerpoint/2010/main" spd="med" advClick="1"/>
  <p:txStyles>
    <p:titleStyle>
      <a:lvl1pPr marL="0" marR="0" indent="0" algn="l" defTabSz="342991" rtl="0" latinLnBrk="0">
        <a:lnSpc>
          <a:spcPct val="100000"/>
        </a:lnSpc>
        <a:spcBef>
          <a:spcPts val="0"/>
        </a:spcBef>
        <a:spcAft>
          <a:spcPts val="0"/>
        </a:spcAft>
        <a:buClrTx/>
        <a:buSzTx/>
        <a:buFontTx/>
        <a:buNone/>
        <a:tabLst/>
        <a:defRPr b="1" baseline="0" cap="none" i="0" spc="0" strike="noStrike" sz="2700" u="none">
          <a:solidFill>
            <a:srgbClr val="002D50"/>
          </a:solidFill>
          <a:uFillTx/>
          <a:latin typeface="Helvetica Neue"/>
          <a:ea typeface="Helvetica Neue"/>
          <a:cs typeface="Helvetica Neue"/>
          <a:sym typeface="Helvetica Neue"/>
        </a:defRPr>
      </a:lvl1pPr>
      <a:lvl2pPr marL="0" marR="0" indent="0" algn="l" defTabSz="342991" rtl="0" latinLnBrk="0">
        <a:lnSpc>
          <a:spcPct val="100000"/>
        </a:lnSpc>
        <a:spcBef>
          <a:spcPts val="0"/>
        </a:spcBef>
        <a:spcAft>
          <a:spcPts val="0"/>
        </a:spcAft>
        <a:buClrTx/>
        <a:buSzTx/>
        <a:buFontTx/>
        <a:buNone/>
        <a:tabLst/>
        <a:defRPr b="1" baseline="0" cap="none" i="0" spc="0" strike="noStrike" sz="2700" u="none">
          <a:solidFill>
            <a:srgbClr val="002D50"/>
          </a:solidFill>
          <a:uFillTx/>
          <a:latin typeface="Helvetica Neue"/>
          <a:ea typeface="Helvetica Neue"/>
          <a:cs typeface="Helvetica Neue"/>
          <a:sym typeface="Helvetica Neue"/>
        </a:defRPr>
      </a:lvl2pPr>
      <a:lvl3pPr marL="0" marR="0" indent="0" algn="l" defTabSz="342991" rtl="0" latinLnBrk="0">
        <a:lnSpc>
          <a:spcPct val="100000"/>
        </a:lnSpc>
        <a:spcBef>
          <a:spcPts val="0"/>
        </a:spcBef>
        <a:spcAft>
          <a:spcPts val="0"/>
        </a:spcAft>
        <a:buClrTx/>
        <a:buSzTx/>
        <a:buFontTx/>
        <a:buNone/>
        <a:tabLst/>
        <a:defRPr b="1" baseline="0" cap="none" i="0" spc="0" strike="noStrike" sz="2700" u="none">
          <a:solidFill>
            <a:srgbClr val="002D50"/>
          </a:solidFill>
          <a:uFillTx/>
          <a:latin typeface="Helvetica Neue"/>
          <a:ea typeface="Helvetica Neue"/>
          <a:cs typeface="Helvetica Neue"/>
          <a:sym typeface="Helvetica Neue"/>
        </a:defRPr>
      </a:lvl3pPr>
      <a:lvl4pPr marL="0" marR="0" indent="0" algn="l" defTabSz="342991" rtl="0" latinLnBrk="0">
        <a:lnSpc>
          <a:spcPct val="100000"/>
        </a:lnSpc>
        <a:spcBef>
          <a:spcPts val="0"/>
        </a:spcBef>
        <a:spcAft>
          <a:spcPts val="0"/>
        </a:spcAft>
        <a:buClrTx/>
        <a:buSzTx/>
        <a:buFontTx/>
        <a:buNone/>
        <a:tabLst/>
        <a:defRPr b="1" baseline="0" cap="none" i="0" spc="0" strike="noStrike" sz="2700" u="none">
          <a:solidFill>
            <a:srgbClr val="002D50"/>
          </a:solidFill>
          <a:uFillTx/>
          <a:latin typeface="Helvetica Neue"/>
          <a:ea typeface="Helvetica Neue"/>
          <a:cs typeface="Helvetica Neue"/>
          <a:sym typeface="Helvetica Neue"/>
        </a:defRPr>
      </a:lvl4pPr>
      <a:lvl5pPr marL="0" marR="0" indent="0" algn="l" defTabSz="342991" rtl="0" latinLnBrk="0">
        <a:lnSpc>
          <a:spcPct val="100000"/>
        </a:lnSpc>
        <a:spcBef>
          <a:spcPts val="0"/>
        </a:spcBef>
        <a:spcAft>
          <a:spcPts val="0"/>
        </a:spcAft>
        <a:buClrTx/>
        <a:buSzTx/>
        <a:buFontTx/>
        <a:buNone/>
        <a:tabLst/>
        <a:defRPr b="1" baseline="0" cap="none" i="0" spc="0" strike="noStrike" sz="2700" u="none">
          <a:solidFill>
            <a:srgbClr val="002D50"/>
          </a:solidFill>
          <a:uFillTx/>
          <a:latin typeface="Helvetica Neue"/>
          <a:ea typeface="Helvetica Neue"/>
          <a:cs typeface="Helvetica Neue"/>
          <a:sym typeface="Helvetica Neue"/>
        </a:defRPr>
      </a:lvl5pPr>
      <a:lvl6pPr marL="0" marR="0" indent="0" algn="l" defTabSz="342991" rtl="0" latinLnBrk="0">
        <a:lnSpc>
          <a:spcPct val="100000"/>
        </a:lnSpc>
        <a:spcBef>
          <a:spcPts val="0"/>
        </a:spcBef>
        <a:spcAft>
          <a:spcPts val="0"/>
        </a:spcAft>
        <a:buClrTx/>
        <a:buSzTx/>
        <a:buFontTx/>
        <a:buNone/>
        <a:tabLst/>
        <a:defRPr b="1" baseline="0" cap="none" i="0" spc="0" strike="noStrike" sz="2700" u="none">
          <a:solidFill>
            <a:srgbClr val="002D50"/>
          </a:solidFill>
          <a:uFillTx/>
          <a:latin typeface="Helvetica Neue"/>
          <a:ea typeface="Helvetica Neue"/>
          <a:cs typeface="Helvetica Neue"/>
          <a:sym typeface="Helvetica Neue"/>
        </a:defRPr>
      </a:lvl6pPr>
      <a:lvl7pPr marL="0" marR="0" indent="0" algn="l" defTabSz="342991" rtl="0" latinLnBrk="0">
        <a:lnSpc>
          <a:spcPct val="100000"/>
        </a:lnSpc>
        <a:spcBef>
          <a:spcPts val="0"/>
        </a:spcBef>
        <a:spcAft>
          <a:spcPts val="0"/>
        </a:spcAft>
        <a:buClrTx/>
        <a:buSzTx/>
        <a:buFontTx/>
        <a:buNone/>
        <a:tabLst/>
        <a:defRPr b="1" baseline="0" cap="none" i="0" spc="0" strike="noStrike" sz="2700" u="none">
          <a:solidFill>
            <a:srgbClr val="002D50"/>
          </a:solidFill>
          <a:uFillTx/>
          <a:latin typeface="Helvetica Neue"/>
          <a:ea typeface="Helvetica Neue"/>
          <a:cs typeface="Helvetica Neue"/>
          <a:sym typeface="Helvetica Neue"/>
        </a:defRPr>
      </a:lvl7pPr>
      <a:lvl8pPr marL="0" marR="0" indent="0" algn="l" defTabSz="342991" rtl="0" latinLnBrk="0">
        <a:lnSpc>
          <a:spcPct val="100000"/>
        </a:lnSpc>
        <a:spcBef>
          <a:spcPts val="0"/>
        </a:spcBef>
        <a:spcAft>
          <a:spcPts val="0"/>
        </a:spcAft>
        <a:buClrTx/>
        <a:buSzTx/>
        <a:buFontTx/>
        <a:buNone/>
        <a:tabLst/>
        <a:defRPr b="1" baseline="0" cap="none" i="0" spc="0" strike="noStrike" sz="2700" u="none">
          <a:solidFill>
            <a:srgbClr val="002D50"/>
          </a:solidFill>
          <a:uFillTx/>
          <a:latin typeface="Helvetica Neue"/>
          <a:ea typeface="Helvetica Neue"/>
          <a:cs typeface="Helvetica Neue"/>
          <a:sym typeface="Helvetica Neue"/>
        </a:defRPr>
      </a:lvl8pPr>
      <a:lvl9pPr marL="0" marR="0" indent="0" algn="l" defTabSz="342991" rtl="0" latinLnBrk="0">
        <a:lnSpc>
          <a:spcPct val="100000"/>
        </a:lnSpc>
        <a:spcBef>
          <a:spcPts val="0"/>
        </a:spcBef>
        <a:spcAft>
          <a:spcPts val="0"/>
        </a:spcAft>
        <a:buClrTx/>
        <a:buSzTx/>
        <a:buFontTx/>
        <a:buNone/>
        <a:tabLst/>
        <a:defRPr b="1" baseline="0" cap="none" i="0" spc="0" strike="noStrike" sz="2700" u="none">
          <a:solidFill>
            <a:srgbClr val="002D50"/>
          </a:solidFill>
          <a:uFillTx/>
          <a:latin typeface="Helvetica Neue"/>
          <a:ea typeface="Helvetica Neue"/>
          <a:cs typeface="Helvetica Neue"/>
          <a:sym typeface="Helvetica Neue"/>
        </a:defRPr>
      </a:lvl9pPr>
    </p:titleStyle>
    <p:bodyStyle>
      <a:lvl1pPr marL="257242" marR="0" indent="-257242" algn="l" defTabSz="342991" rtl="0" latinLnBrk="0">
        <a:lnSpc>
          <a:spcPct val="100000"/>
        </a:lnSpc>
        <a:spcBef>
          <a:spcPts val="500"/>
        </a:spcBef>
        <a:spcAft>
          <a:spcPts val="0"/>
        </a:spcAft>
        <a:buClrTx/>
        <a:buSzPct val="100000"/>
        <a:buFont typeface="Arial"/>
        <a:buChar char="•"/>
        <a:tabLst/>
        <a:defRPr b="0" baseline="0" cap="none" i="0" spc="0" strike="noStrike" sz="2400" u="none">
          <a:solidFill>
            <a:srgbClr val="000000"/>
          </a:solidFill>
          <a:uFillTx/>
          <a:latin typeface="Adobe Caslon Pro"/>
          <a:ea typeface="Adobe Caslon Pro"/>
          <a:cs typeface="Adobe Caslon Pro"/>
          <a:sym typeface="Adobe Caslon Pro"/>
        </a:defRPr>
      </a:lvl1pPr>
      <a:lvl2pPr marL="587984" marR="0" indent="-244994" algn="l" defTabSz="342991" rtl="0" latinLnBrk="0">
        <a:lnSpc>
          <a:spcPct val="100000"/>
        </a:lnSpc>
        <a:spcBef>
          <a:spcPts val="500"/>
        </a:spcBef>
        <a:spcAft>
          <a:spcPts val="0"/>
        </a:spcAft>
        <a:buClrTx/>
        <a:buSzPct val="100000"/>
        <a:buFont typeface="Arial"/>
        <a:buChar char="–"/>
        <a:tabLst/>
        <a:defRPr b="0" baseline="0" cap="none" i="0" spc="0" strike="noStrike" sz="2400" u="none">
          <a:solidFill>
            <a:srgbClr val="000000"/>
          </a:solidFill>
          <a:uFillTx/>
          <a:latin typeface="Adobe Caslon Pro"/>
          <a:ea typeface="Adobe Caslon Pro"/>
          <a:cs typeface="Adobe Caslon Pro"/>
          <a:sym typeface="Adobe Caslon Pro"/>
        </a:defRPr>
      </a:lvl2pPr>
      <a:lvl3pPr marL="914643" marR="0" indent="-228660" algn="l" defTabSz="342991" rtl="0" latinLnBrk="0">
        <a:lnSpc>
          <a:spcPct val="100000"/>
        </a:lnSpc>
        <a:spcBef>
          <a:spcPts val="500"/>
        </a:spcBef>
        <a:spcAft>
          <a:spcPts val="0"/>
        </a:spcAft>
        <a:buClrTx/>
        <a:buSzPct val="100000"/>
        <a:buFont typeface="Arial"/>
        <a:buChar char="•"/>
        <a:tabLst/>
        <a:defRPr b="0" baseline="0" cap="none" i="0" spc="0" strike="noStrike" sz="2400" u="none">
          <a:solidFill>
            <a:srgbClr val="000000"/>
          </a:solidFill>
          <a:uFillTx/>
          <a:latin typeface="Adobe Caslon Pro"/>
          <a:ea typeface="Adobe Caslon Pro"/>
          <a:cs typeface="Adobe Caslon Pro"/>
          <a:sym typeface="Adobe Caslon Pro"/>
        </a:defRPr>
      </a:lvl3pPr>
      <a:lvl4pPr marL="1303366" marR="0" indent="-274392" algn="l" defTabSz="342991" rtl="0" latinLnBrk="0">
        <a:lnSpc>
          <a:spcPct val="100000"/>
        </a:lnSpc>
        <a:spcBef>
          <a:spcPts val="500"/>
        </a:spcBef>
        <a:spcAft>
          <a:spcPts val="0"/>
        </a:spcAft>
        <a:buClrTx/>
        <a:buSzPct val="100000"/>
        <a:buFont typeface="Arial"/>
        <a:buChar char="–"/>
        <a:tabLst/>
        <a:defRPr b="0" baseline="0" cap="none" i="0" spc="0" strike="noStrike" sz="2400" u="none">
          <a:solidFill>
            <a:srgbClr val="000000"/>
          </a:solidFill>
          <a:uFillTx/>
          <a:latin typeface="Adobe Caslon Pro"/>
          <a:ea typeface="Adobe Caslon Pro"/>
          <a:cs typeface="Adobe Caslon Pro"/>
          <a:sym typeface="Adobe Caslon Pro"/>
        </a:defRPr>
      </a:lvl4pPr>
      <a:lvl5pPr marL="1646358" marR="0" indent="-274392" algn="l" defTabSz="342991" rtl="0" latinLnBrk="0">
        <a:lnSpc>
          <a:spcPct val="100000"/>
        </a:lnSpc>
        <a:spcBef>
          <a:spcPts val="500"/>
        </a:spcBef>
        <a:spcAft>
          <a:spcPts val="0"/>
        </a:spcAft>
        <a:buClrTx/>
        <a:buSzPct val="100000"/>
        <a:buFont typeface="Arial"/>
        <a:buChar char="»"/>
        <a:tabLst/>
        <a:defRPr b="0" baseline="0" cap="none" i="0" spc="0" strike="noStrike" sz="2400" u="none">
          <a:solidFill>
            <a:srgbClr val="000000"/>
          </a:solidFill>
          <a:uFillTx/>
          <a:latin typeface="Adobe Caslon Pro"/>
          <a:ea typeface="Adobe Caslon Pro"/>
          <a:cs typeface="Adobe Caslon Pro"/>
          <a:sym typeface="Adobe Caslon Pro"/>
        </a:defRPr>
      </a:lvl5pPr>
      <a:lvl6pPr marL="1989350" marR="0" indent="-274392" algn="l" defTabSz="342991" rtl="0" latinLnBrk="0">
        <a:lnSpc>
          <a:spcPct val="100000"/>
        </a:lnSpc>
        <a:spcBef>
          <a:spcPts val="500"/>
        </a:spcBef>
        <a:spcAft>
          <a:spcPts val="0"/>
        </a:spcAft>
        <a:buClrTx/>
        <a:buSzPct val="100000"/>
        <a:buFont typeface="Arial"/>
        <a:buChar char="•"/>
        <a:tabLst/>
        <a:defRPr b="0" baseline="0" cap="none" i="0" spc="0" strike="noStrike" sz="2400" u="none">
          <a:solidFill>
            <a:srgbClr val="000000"/>
          </a:solidFill>
          <a:uFillTx/>
          <a:latin typeface="Adobe Caslon Pro"/>
          <a:ea typeface="Adobe Caslon Pro"/>
          <a:cs typeface="Adobe Caslon Pro"/>
          <a:sym typeface="Adobe Caslon Pro"/>
        </a:defRPr>
      </a:lvl6pPr>
      <a:lvl7pPr marL="2332340" marR="0" indent="-274392" algn="l" defTabSz="342991" rtl="0" latinLnBrk="0">
        <a:lnSpc>
          <a:spcPct val="100000"/>
        </a:lnSpc>
        <a:spcBef>
          <a:spcPts val="500"/>
        </a:spcBef>
        <a:spcAft>
          <a:spcPts val="0"/>
        </a:spcAft>
        <a:buClrTx/>
        <a:buSzPct val="100000"/>
        <a:buFont typeface="Arial"/>
        <a:buChar char="•"/>
        <a:tabLst/>
        <a:defRPr b="0" baseline="0" cap="none" i="0" spc="0" strike="noStrike" sz="2400" u="none">
          <a:solidFill>
            <a:srgbClr val="000000"/>
          </a:solidFill>
          <a:uFillTx/>
          <a:latin typeface="Adobe Caslon Pro"/>
          <a:ea typeface="Adobe Caslon Pro"/>
          <a:cs typeface="Adobe Caslon Pro"/>
          <a:sym typeface="Adobe Caslon Pro"/>
        </a:defRPr>
      </a:lvl7pPr>
      <a:lvl8pPr marL="2675333" marR="0" indent="-274392" algn="l" defTabSz="342991" rtl="0" latinLnBrk="0">
        <a:lnSpc>
          <a:spcPct val="100000"/>
        </a:lnSpc>
        <a:spcBef>
          <a:spcPts val="500"/>
        </a:spcBef>
        <a:spcAft>
          <a:spcPts val="0"/>
        </a:spcAft>
        <a:buClrTx/>
        <a:buSzPct val="100000"/>
        <a:buFont typeface="Arial"/>
        <a:buChar char="•"/>
        <a:tabLst/>
        <a:defRPr b="0" baseline="0" cap="none" i="0" spc="0" strike="noStrike" sz="2400" u="none">
          <a:solidFill>
            <a:srgbClr val="000000"/>
          </a:solidFill>
          <a:uFillTx/>
          <a:latin typeface="Adobe Caslon Pro"/>
          <a:ea typeface="Adobe Caslon Pro"/>
          <a:cs typeface="Adobe Caslon Pro"/>
          <a:sym typeface="Adobe Caslon Pro"/>
        </a:defRPr>
      </a:lvl8pPr>
      <a:lvl9pPr marL="3018323" marR="0" indent="-274392" algn="l" defTabSz="342991" rtl="0" latinLnBrk="0">
        <a:lnSpc>
          <a:spcPct val="100000"/>
        </a:lnSpc>
        <a:spcBef>
          <a:spcPts val="500"/>
        </a:spcBef>
        <a:spcAft>
          <a:spcPts val="0"/>
        </a:spcAft>
        <a:buClrTx/>
        <a:buSzPct val="100000"/>
        <a:buFont typeface="Arial"/>
        <a:buChar char="•"/>
        <a:tabLst/>
        <a:defRPr b="0" baseline="0" cap="none" i="0" spc="0" strike="noStrike" sz="2400" u="none">
          <a:solidFill>
            <a:srgbClr val="000000"/>
          </a:solidFill>
          <a:uFillTx/>
          <a:latin typeface="Adobe Caslon Pro"/>
          <a:ea typeface="Adobe Caslon Pro"/>
          <a:cs typeface="Adobe Caslon Pro"/>
          <a:sym typeface="Adobe Caslon Pro"/>
        </a:defRPr>
      </a:lvl9pPr>
    </p:bodyStyle>
    <p:otherStyle>
      <a:lvl1pPr marL="0" marR="0" indent="0" algn="l" defTabSz="457200" rtl="0" latinLnBrk="0">
        <a:lnSpc>
          <a:spcPct val="100000"/>
        </a:lnSpc>
        <a:spcBef>
          <a:spcPts val="0"/>
        </a:spcBef>
        <a:spcAft>
          <a:spcPts val="0"/>
        </a:spcAft>
        <a:buClrTx/>
        <a:buSzTx/>
        <a:buFontTx/>
        <a:buNone/>
        <a:tabLst/>
        <a:defRPr b="0" baseline="0" cap="none" i="0" spc="0" strike="noStrike" sz="700" u="none">
          <a:solidFill>
            <a:schemeClr val="tx1"/>
          </a:solidFill>
          <a:uFillTx/>
          <a:latin typeface="+mn-lt"/>
          <a:ea typeface="+mn-ea"/>
          <a:cs typeface="+mn-cs"/>
          <a:sym typeface="55 Helvetica Roman"/>
        </a:defRPr>
      </a:lvl1pPr>
      <a:lvl2pPr marL="0" marR="0" indent="0" algn="l" defTabSz="457200" rtl="0" latinLnBrk="0">
        <a:lnSpc>
          <a:spcPct val="100000"/>
        </a:lnSpc>
        <a:spcBef>
          <a:spcPts val="0"/>
        </a:spcBef>
        <a:spcAft>
          <a:spcPts val="0"/>
        </a:spcAft>
        <a:buClrTx/>
        <a:buSzTx/>
        <a:buFontTx/>
        <a:buNone/>
        <a:tabLst/>
        <a:defRPr b="0" baseline="0" cap="none" i="0" spc="0" strike="noStrike" sz="700" u="none">
          <a:solidFill>
            <a:schemeClr val="tx1"/>
          </a:solidFill>
          <a:uFillTx/>
          <a:latin typeface="+mn-lt"/>
          <a:ea typeface="+mn-ea"/>
          <a:cs typeface="+mn-cs"/>
          <a:sym typeface="55 Helvetica Roman"/>
        </a:defRPr>
      </a:lvl2pPr>
      <a:lvl3pPr marL="0" marR="0" indent="0" algn="l" defTabSz="457200" rtl="0" latinLnBrk="0">
        <a:lnSpc>
          <a:spcPct val="100000"/>
        </a:lnSpc>
        <a:spcBef>
          <a:spcPts val="0"/>
        </a:spcBef>
        <a:spcAft>
          <a:spcPts val="0"/>
        </a:spcAft>
        <a:buClrTx/>
        <a:buSzTx/>
        <a:buFontTx/>
        <a:buNone/>
        <a:tabLst/>
        <a:defRPr b="0" baseline="0" cap="none" i="0" spc="0" strike="noStrike" sz="700" u="none">
          <a:solidFill>
            <a:schemeClr val="tx1"/>
          </a:solidFill>
          <a:uFillTx/>
          <a:latin typeface="+mn-lt"/>
          <a:ea typeface="+mn-ea"/>
          <a:cs typeface="+mn-cs"/>
          <a:sym typeface="55 Helvetica Roman"/>
        </a:defRPr>
      </a:lvl3pPr>
      <a:lvl4pPr marL="0" marR="0" indent="0" algn="l" defTabSz="457200" rtl="0" latinLnBrk="0">
        <a:lnSpc>
          <a:spcPct val="100000"/>
        </a:lnSpc>
        <a:spcBef>
          <a:spcPts val="0"/>
        </a:spcBef>
        <a:spcAft>
          <a:spcPts val="0"/>
        </a:spcAft>
        <a:buClrTx/>
        <a:buSzTx/>
        <a:buFontTx/>
        <a:buNone/>
        <a:tabLst/>
        <a:defRPr b="0" baseline="0" cap="none" i="0" spc="0" strike="noStrike" sz="700" u="none">
          <a:solidFill>
            <a:schemeClr val="tx1"/>
          </a:solidFill>
          <a:uFillTx/>
          <a:latin typeface="+mn-lt"/>
          <a:ea typeface="+mn-ea"/>
          <a:cs typeface="+mn-cs"/>
          <a:sym typeface="55 Helvetica Roman"/>
        </a:defRPr>
      </a:lvl4pPr>
      <a:lvl5pPr marL="0" marR="0" indent="0" algn="l" defTabSz="457200" rtl="0" latinLnBrk="0">
        <a:lnSpc>
          <a:spcPct val="100000"/>
        </a:lnSpc>
        <a:spcBef>
          <a:spcPts val="0"/>
        </a:spcBef>
        <a:spcAft>
          <a:spcPts val="0"/>
        </a:spcAft>
        <a:buClrTx/>
        <a:buSzTx/>
        <a:buFontTx/>
        <a:buNone/>
        <a:tabLst/>
        <a:defRPr b="0" baseline="0" cap="none" i="0" spc="0" strike="noStrike" sz="700" u="none">
          <a:solidFill>
            <a:schemeClr val="tx1"/>
          </a:solidFill>
          <a:uFillTx/>
          <a:latin typeface="+mn-lt"/>
          <a:ea typeface="+mn-ea"/>
          <a:cs typeface="+mn-cs"/>
          <a:sym typeface="55 Helvetica Roman"/>
        </a:defRPr>
      </a:lvl5pPr>
      <a:lvl6pPr marL="0" marR="0" indent="0" algn="l" defTabSz="457200" rtl="0" latinLnBrk="0">
        <a:lnSpc>
          <a:spcPct val="100000"/>
        </a:lnSpc>
        <a:spcBef>
          <a:spcPts val="0"/>
        </a:spcBef>
        <a:spcAft>
          <a:spcPts val="0"/>
        </a:spcAft>
        <a:buClrTx/>
        <a:buSzTx/>
        <a:buFontTx/>
        <a:buNone/>
        <a:tabLst/>
        <a:defRPr b="0" baseline="0" cap="none" i="0" spc="0" strike="noStrike" sz="700" u="none">
          <a:solidFill>
            <a:schemeClr val="tx1"/>
          </a:solidFill>
          <a:uFillTx/>
          <a:latin typeface="+mn-lt"/>
          <a:ea typeface="+mn-ea"/>
          <a:cs typeface="+mn-cs"/>
          <a:sym typeface="55 Helvetica Roman"/>
        </a:defRPr>
      </a:lvl6pPr>
      <a:lvl7pPr marL="0" marR="0" indent="0" algn="l" defTabSz="457200" rtl="0" latinLnBrk="0">
        <a:lnSpc>
          <a:spcPct val="100000"/>
        </a:lnSpc>
        <a:spcBef>
          <a:spcPts val="0"/>
        </a:spcBef>
        <a:spcAft>
          <a:spcPts val="0"/>
        </a:spcAft>
        <a:buClrTx/>
        <a:buSzTx/>
        <a:buFontTx/>
        <a:buNone/>
        <a:tabLst/>
        <a:defRPr b="0" baseline="0" cap="none" i="0" spc="0" strike="noStrike" sz="700" u="none">
          <a:solidFill>
            <a:schemeClr val="tx1"/>
          </a:solidFill>
          <a:uFillTx/>
          <a:latin typeface="+mn-lt"/>
          <a:ea typeface="+mn-ea"/>
          <a:cs typeface="+mn-cs"/>
          <a:sym typeface="55 Helvetica Roman"/>
        </a:defRPr>
      </a:lvl7pPr>
      <a:lvl8pPr marL="0" marR="0" indent="0" algn="l" defTabSz="457200" rtl="0" latinLnBrk="0">
        <a:lnSpc>
          <a:spcPct val="100000"/>
        </a:lnSpc>
        <a:spcBef>
          <a:spcPts val="0"/>
        </a:spcBef>
        <a:spcAft>
          <a:spcPts val="0"/>
        </a:spcAft>
        <a:buClrTx/>
        <a:buSzTx/>
        <a:buFontTx/>
        <a:buNone/>
        <a:tabLst/>
        <a:defRPr b="0" baseline="0" cap="none" i="0" spc="0" strike="noStrike" sz="700" u="none">
          <a:solidFill>
            <a:schemeClr val="tx1"/>
          </a:solidFill>
          <a:uFillTx/>
          <a:latin typeface="+mn-lt"/>
          <a:ea typeface="+mn-ea"/>
          <a:cs typeface="+mn-cs"/>
          <a:sym typeface="55 Helvetica Roman"/>
        </a:defRPr>
      </a:lvl8pPr>
      <a:lvl9pPr marL="0" marR="0" indent="0" algn="l" defTabSz="457200" rtl="0" latinLnBrk="0">
        <a:lnSpc>
          <a:spcPct val="100000"/>
        </a:lnSpc>
        <a:spcBef>
          <a:spcPts val="0"/>
        </a:spcBef>
        <a:spcAft>
          <a:spcPts val="0"/>
        </a:spcAft>
        <a:buClrTx/>
        <a:buSzTx/>
        <a:buFontTx/>
        <a:buNone/>
        <a:tabLst/>
        <a:defRPr b="0" baseline="0" cap="none" i="0" spc="0" strike="noStrike" sz="700" u="none">
          <a:solidFill>
            <a:schemeClr val="tx1"/>
          </a:solidFill>
          <a:uFillTx/>
          <a:latin typeface="+mn-lt"/>
          <a:ea typeface="+mn-ea"/>
          <a:cs typeface="+mn-cs"/>
          <a:sym typeface="55 Helvetica Roman"/>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3.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image" Target="../media/image27.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0" name="Rectangle 4"/>
          <p:cNvSpPr/>
          <p:nvPr/>
        </p:nvSpPr>
        <p:spPr>
          <a:xfrm>
            <a:off x="2" y="0"/>
            <a:ext cx="9151874" cy="6858000"/>
          </a:xfrm>
          <a:prstGeom prst="rect">
            <a:avLst/>
          </a:prstGeom>
          <a:solidFill>
            <a:srgbClr val="011B39"/>
          </a:solidFill>
          <a:ln w="12700">
            <a:miter lim="400000"/>
          </a:ln>
        </p:spPr>
        <p:txBody>
          <a:bodyPr lIns="45718" tIns="45718" rIns="45718" bIns="45718" anchor="ctr"/>
          <a:lstStyle/>
          <a:p>
            <a:pPr algn="ctr">
              <a:defRPr sz="1300">
                <a:solidFill>
                  <a:srgbClr val="FFFFFF"/>
                </a:solidFill>
              </a:defRPr>
            </a:pPr>
          </a:p>
        </p:txBody>
      </p:sp>
      <p:sp>
        <p:nvSpPr>
          <p:cNvPr id="141" name="Title 5"/>
          <p:cNvSpPr txBox="1"/>
          <p:nvPr>
            <p:ph type="ctrTitle"/>
          </p:nvPr>
        </p:nvSpPr>
        <p:spPr>
          <a:xfrm>
            <a:off x="626683" y="1502819"/>
            <a:ext cx="8184809" cy="978698"/>
          </a:xfrm>
          <a:prstGeom prst="rect">
            <a:avLst/>
          </a:prstGeom>
        </p:spPr>
        <p:txBody>
          <a:bodyPr/>
          <a:lstStyle>
            <a:lvl1pPr>
              <a:defRPr sz="4000">
                <a:solidFill>
                  <a:srgbClr val="BBBCBC"/>
                </a:solidFill>
              </a:defRPr>
            </a:lvl1pPr>
          </a:lstStyle>
          <a:p>
            <a:pPr/>
            <a:r>
              <a:t>Yelp Dataset Sentiment Analysis</a:t>
            </a:r>
          </a:p>
        </p:txBody>
      </p:sp>
      <p:sp>
        <p:nvSpPr>
          <p:cNvPr id="142" name="Subtitle 6"/>
          <p:cNvSpPr txBox="1"/>
          <p:nvPr>
            <p:ph type="subTitle" sz="quarter" idx="1"/>
          </p:nvPr>
        </p:nvSpPr>
        <p:spPr>
          <a:xfrm>
            <a:off x="626684" y="2397727"/>
            <a:ext cx="3558232" cy="547975"/>
          </a:xfrm>
          <a:prstGeom prst="rect">
            <a:avLst/>
          </a:prstGeom>
        </p:spPr>
        <p:txBody>
          <a:bodyPr/>
          <a:lstStyle>
            <a:lvl1pPr>
              <a:spcBef>
                <a:spcPts val="400"/>
              </a:spcBef>
              <a:defRPr b="0" sz="1800">
                <a:latin typeface="Helvetica Neue Medium"/>
                <a:ea typeface="Helvetica Neue Medium"/>
                <a:cs typeface="Helvetica Neue Medium"/>
                <a:sym typeface="Helvetica Neue Medium"/>
              </a:defRPr>
            </a:lvl1pPr>
          </a:lstStyle>
          <a:p>
            <a:pPr/>
            <a:r>
              <a:t>Literature Review Survey</a:t>
            </a:r>
          </a:p>
        </p:txBody>
      </p:sp>
      <p:pic>
        <p:nvPicPr>
          <p:cNvPr id="143" name="Picture 1" descr="Picture 1"/>
          <p:cNvPicPr>
            <a:picLocks noChangeAspect="1"/>
          </p:cNvPicPr>
          <p:nvPr/>
        </p:nvPicPr>
        <p:blipFill>
          <a:blip r:embed="rId2">
            <a:extLst/>
          </a:blip>
          <a:stretch>
            <a:fillRect/>
          </a:stretch>
        </p:blipFill>
        <p:spPr>
          <a:xfrm>
            <a:off x="6468898" y="4690386"/>
            <a:ext cx="2016790" cy="1422958"/>
          </a:xfrm>
          <a:prstGeom prst="rect">
            <a:avLst/>
          </a:prstGeom>
          <a:ln w="12700">
            <a:miter lim="400000"/>
          </a:ln>
        </p:spPr>
      </p:pic>
      <p:sp>
        <p:nvSpPr>
          <p:cNvPr id="144" name="Subtitle 6"/>
          <p:cNvSpPr txBox="1"/>
          <p:nvPr/>
        </p:nvSpPr>
        <p:spPr>
          <a:xfrm>
            <a:off x="672404" y="4372203"/>
            <a:ext cx="4131250" cy="142295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ormAutofit fontScale="100000" lnSpcReduction="0"/>
          </a:bodyPr>
          <a:lstStyle/>
          <a:p>
            <a:pPr defTabSz="342991">
              <a:lnSpc>
                <a:spcPct val="80000"/>
              </a:lnSpc>
              <a:spcBef>
                <a:spcPts val="200"/>
              </a:spcBef>
              <a:defRPr>
                <a:solidFill>
                  <a:srgbClr val="FFFFFF"/>
                </a:solidFill>
                <a:latin typeface="Helvetica Neue Medium"/>
                <a:ea typeface="Helvetica Neue Medium"/>
                <a:cs typeface="Helvetica Neue Medium"/>
                <a:sym typeface="Helvetica Neue Medium"/>
              </a:defRPr>
            </a:pPr>
            <a:r>
              <a:t>Cole Hanrahan and Julia Sober</a:t>
            </a:r>
          </a:p>
          <a:p>
            <a:pPr defTabSz="342991">
              <a:lnSpc>
                <a:spcPct val="80000"/>
              </a:lnSpc>
              <a:spcBef>
                <a:spcPts val="200"/>
              </a:spcBef>
              <a:defRPr>
                <a:solidFill>
                  <a:srgbClr val="FFFFFF"/>
                </a:solidFill>
                <a:latin typeface="Helvetica Neue Medium"/>
                <a:ea typeface="Helvetica Neue Medium"/>
                <a:cs typeface="Helvetica Neue Medium"/>
                <a:sym typeface="Helvetica Neue Medium"/>
              </a:defRPr>
            </a:pPr>
            <a:r>
              <a:t>COSC 5540</a:t>
            </a:r>
            <a:r>
              <a:rPr b="1">
                <a:latin typeface="Helvetica Neue"/>
                <a:ea typeface="Helvetica Neue"/>
                <a:cs typeface="Helvetica Neue"/>
                <a:sym typeface="Helvetica Neue"/>
              </a:rPr>
              <a:t> — </a:t>
            </a:r>
            <a:r>
              <a:t>Text Mining &amp; Analysis</a:t>
            </a:r>
            <a:endParaRPr b="1">
              <a:latin typeface="Helvetica Neue"/>
              <a:ea typeface="Helvetica Neue"/>
              <a:cs typeface="Helvetica Neue"/>
              <a:sym typeface="Helvetica Neue"/>
            </a:endParaRPr>
          </a:p>
          <a:p>
            <a:pPr defTabSz="342991">
              <a:lnSpc>
                <a:spcPct val="80000"/>
              </a:lnSpc>
              <a:spcBef>
                <a:spcPts val="200"/>
              </a:spcBef>
              <a:defRPr>
                <a:solidFill>
                  <a:srgbClr val="FFFFFF"/>
                </a:solidFill>
                <a:latin typeface="Helvetica Neue Medium"/>
                <a:ea typeface="Helvetica Neue Medium"/>
                <a:cs typeface="Helvetica Neue Medium"/>
                <a:sym typeface="Helvetica Neue Medium"/>
              </a:defRPr>
            </a:pPr>
            <a:r>
              <a:t>Fall 2025</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46" name="Screenshot 2025-10-27 at 10.36.52 AM.png" descr="Screenshot 2025-10-27 at 10.36.52 AM.png"/>
          <p:cNvPicPr>
            <a:picLocks noChangeAspect="1"/>
          </p:cNvPicPr>
          <p:nvPr/>
        </p:nvPicPr>
        <p:blipFill>
          <a:blip r:embed="rId2">
            <a:alphaModFix amt="28301"/>
            <a:extLst/>
          </a:blip>
          <a:srcRect l="0" t="0" r="6379" b="0"/>
          <a:stretch>
            <a:fillRect/>
          </a:stretch>
        </p:blipFill>
        <p:spPr>
          <a:xfrm>
            <a:off x="1898649" y="2834381"/>
            <a:ext cx="5005630" cy="3200401"/>
          </a:xfrm>
          <a:prstGeom prst="rect">
            <a:avLst/>
          </a:prstGeom>
          <a:ln w="12700">
            <a:miter lim="400000"/>
          </a:ln>
        </p:spPr>
      </p:pic>
      <p:pic>
        <p:nvPicPr>
          <p:cNvPr id="147" name="Screenshot 2025-10-27 at 10.36.25 AM.png" descr="Screenshot 2025-10-27 at 10.36.25 AM.png"/>
          <p:cNvPicPr>
            <a:picLocks noChangeAspect="1"/>
          </p:cNvPicPr>
          <p:nvPr/>
        </p:nvPicPr>
        <p:blipFill>
          <a:blip r:embed="rId3">
            <a:alphaModFix amt="34438"/>
            <a:extLst/>
          </a:blip>
          <a:stretch>
            <a:fillRect/>
          </a:stretch>
        </p:blipFill>
        <p:spPr>
          <a:xfrm>
            <a:off x="-90839" y="1942427"/>
            <a:ext cx="4059093" cy="3981961"/>
          </a:xfrm>
          <a:prstGeom prst="rect">
            <a:avLst/>
          </a:prstGeom>
          <a:ln w="12700">
            <a:miter lim="400000"/>
          </a:ln>
        </p:spPr>
      </p:pic>
      <p:pic>
        <p:nvPicPr>
          <p:cNvPr id="148" name="Screenshot 2025-10-27 at 10.35.53 AM.png" descr="Screenshot 2025-10-27 at 10.35.53 AM.png"/>
          <p:cNvPicPr>
            <a:picLocks noChangeAspect="1"/>
          </p:cNvPicPr>
          <p:nvPr/>
        </p:nvPicPr>
        <p:blipFill>
          <a:blip r:embed="rId4">
            <a:alphaModFix amt="50022"/>
            <a:extLst/>
          </a:blip>
          <a:stretch>
            <a:fillRect/>
          </a:stretch>
        </p:blipFill>
        <p:spPr>
          <a:xfrm>
            <a:off x="2222217" y="-175996"/>
            <a:ext cx="5188341" cy="3644192"/>
          </a:xfrm>
          <a:prstGeom prst="rect">
            <a:avLst/>
          </a:prstGeom>
          <a:ln w="12700">
            <a:miter lim="400000"/>
          </a:ln>
        </p:spPr>
      </p:pic>
      <p:pic>
        <p:nvPicPr>
          <p:cNvPr id="149" name="Screenshot 2025-10-27 at 10.33.21 AM.png" descr="Screenshot 2025-10-27 at 10.33.21 AM.png"/>
          <p:cNvPicPr>
            <a:picLocks noChangeAspect="1"/>
          </p:cNvPicPr>
          <p:nvPr/>
        </p:nvPicPr>
        <p:blipFill>
          <a:blip r:embed="rId5">
            <a:alphaModFix amt="38754"/>
            <a:extLst/>
          </a:blip>
          <a:stretch>
            <a:fillRect/>
          </a:stretch>
        </p:blipFill>
        <p:spPr>
          <a:xfrm>
            <a:off x="-55983" y="-71401"/>
            <a:ext cx="3492664" cy="3435002"/>
          </a:xfrm>
          <a:prstGeom prst="rect">
            <a:avLst/>
          </a:prstGeom>
          <a:ln w="12700">
            <a:miter lim="400000"/>
          </a:ln>
        </p:spPr>
      </p:pic>
      <p:pic>
        <p:nvPicPr>
          <p:cNvPr id="150" name="Screenshot 2025-10-27 at 10.33.47 AM.png" descr="Screenshot 2025-10-27 at 10.33.47 AM.png"/>
          <p:cNvPicPr>
            <a:picLocks noChangeAspect="1"/>
          </p:cNvPicPr>
          <p:nvPr/>
        </p:nvPicPr>
        <p:blipFill>
          <a:blip r:embed="rId6">
            <a:alphaModFix amt="31418"/>
            <a:extLst/>
          </a:blip>
          <a:stretch>
            <a:fillRect/>
          </a:stretch>
        </p:blipFill>
        <p:spPr>
          <a:xfrm>
            <a:off x="4863758" y="230516"/>
            <a:ext cx="4030815" cy="2831168"/>
          </a:xfrm>
          <a:prstGeom prst="rect">
            <a:avLst/>
          </a:prstGeom>
          <a:ln w="12700">
            <a:miter lim="400000"/>
          </a:ln>
        </p:spPr>
      </p:pic>
      <p:pic>
        <p:nvPicPr>
          <p:cNvPr id="151" name="Screenshot 2025-10-27 at 10.34.03 AM.png" descr="Screenshot 2025-10-27 at 10.34.03 AM.png"/>
          <p:cNvPicPr>
            <a:picLocks noChangeAspect="1"/>
          </p:cNvPicPr>
          <p:nvPr/>
        </p:nvPicPr>
        <p:blipFill>
          <a:blip r:embed="rId7">
            <a:alphaModFix amt="36068"/>
            <a:extLst/>
          </a:blip>
          <a:srcRect l="0" t="0" r="0" b="0"/>
          <a:stretch>
            <a:fillRect/>
          </a:stretch>
        </p:blipFill>
        <p:spPr>
          <a:xfrm>
            <a:off x="5083816" y="2985835"/>
            <a:ext cx="4200677" cy="2950476"/>
          </a:xfrm>
          <a:prstGeom prst="rect">
            <a:avLst/>
          </a:prstGeom>
          <a:ln w="12700">
            <a:miter lim="400000"/>
          </a:ln>
        </p:spPr>
      </p:pic>
      <p:sp>
        <p:nvSpPr>
          <p:cNvPr id="152" name="Title 1"/>
          <p:cNvSpPr txBox="1"/>
          <p:nvPr>
            <p:ph type="title"/>
          </p:nvPr>
        </p:nvSpPr>
        <p:spPr>
          <a:xfrm>
            <a:off x="213473" y="341768"/>
            <a:ext cx="8686429" cy="878967"/>
          </a:xfrm>
          <a:prstGeom prst="rect">
            <a:avLst/>
          </a:prstGeom>
        </p:spPr>
        <p:txBody>
          <a:bodyPr/>
          <a:lstStyle/>
          <a:p>
            <a:pPr/>
            <a:r>
              <a:t>Outline</a:t>
            </a:r>
          </a:p>
        </p:txBody>
      </p:sp>
      <p:sp>
        <p:nvSpPr>
          <p:cNvPr id="153" name="Text Placeholder 2"/>
          <p:cNvSpPr txBox="1"/>
          <p:nvPr>
            <p:ph type="body" sz="half" idx="1"/>
          </p:nvPr>
        </p:nvSpPr>
        <p:spPr>
          <a:xfrm>
            <a:off x="285764" y="1274336"/>
            <a:ext cx="6520164" cy="3200401"/>
          </a:xfrm>
          <a:prstGeom prst="rect">
            <a:avLst/>
          </a:prstGeom>
        </p:spPr>
        <p:txBody>
          <a:bodyPr/>
          <a:lstStyle/>
          <a:p>
            <a:pPr marL="320842" indent="-320842">
              <a:buFontTx/>
              <a:buAutoNum type="arabicPeriod" startAt="1"/>
              <a:defRPr b="1"/>
            </a:pPr>
            <a:r>
              <a:t>Background</a:t>
            </a:r>
          </a:p>
          <a:p>
            <a:pPr lvl="1" marL="828842" indent="-320842">
              <a:buFontTx/>
              <a:buAutoNum type="arabicPeriod" startAt="1"/>
              <a:defRPr b="1"/>
            </a:pPr>
            <a:r>
              <a:t>Research Directions</a:t>
            </a:r>
          </a:p>
          <a:p>
            <a:pPr lvl="1" marL="828842" indent="-320842">
              <a:buFontTx/>
              <a:buAutoNum type="arabicPeriod" startAt="1"/>
              <a:defRPr b="1"/>
            </a:pPr>
            <a:r>
              <a:t>Dataset</a:t>
            </a:r>
          </a:p>
          <a:p>
            <a:pPr lvl="1" marL="828842" indent="-320842">
              <a:buFontTx/>
              <a:buAutoNum type="arabicPeriod" startAt="1"/>
              <a:defRPr b="1"/>
            </a:pPr>
            <a:r>
              <a:t>Approaches</a:t>
            </a:r>
          </a:p>
          <a:p>
            <a:pPr marL="320842" indent="-320842">
              <a:buFontTx/>
              <a:buAutoNum type="arabicPeriod" startAt="1"/>
              <a:defRPr b="1"/>
            </a:pPr>
            <a:r>
              <a:t>Selected Papers</a:t>
            </a:r>
          </a:p>
          <a:p>
            <a:pPr marL="320842" indent="-320842">
              <a:buFontTx/>
              <a:buAutoNum type="arabicPeriod" startAt="1"/>
              <a:defRPr b="1"/>
            </a:pPr>
            <a:r>
              <a:t>Overall Summary</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Title 1"/>
          <p:cNvSpPr txBox="1"/>
          <p:nvPr>
            <p:ph type="title"/>
          </p:nvPr>
        </p:nvSpPr>
        <p:spPr>
          <a:xfrm>
            <a:off x="213473" y="341768"/>
            <a:ext cx="8686428" cy="878967"/>
          </a:xfrm>
          <a:prstGeom prst="rect">
            <a:avLst/>
          </a:prstGeom>
        </p:spPr>
        <p:txBody>
          <a:bodyPr/>
          <a:lstStyle/>
          <a:p>
            <a:pPr/>
            <a:r>
              <a:t>Background and Motivation</a:t>
            </a:r>
          </a:p>
        </p:txBody>
      </p:sp>
      <p:sp>
        <p:nvSpPr>
          <p:cNvPr id="156" name="Content Placeholder 2"/>
          <p:cNvSpPr txBox="1"/>
          <p:nvPr>
            <p:ph type="body" sz="half" idx="1"/>
          </p:nvPr>
        </p:nvSpPr>
        <p:spPr>
          <a:xfrm>
            <a:off x="213473" y="1338867"/>
            <a:ext cx="8686428" cy="2301365"/>
          </a:xfrm>
          <a:prstGeom prst="rect">
            <a:avLst/>
          </a:prstGeom>
        </p:spPr>
        <p:txBody>
          <a:bodyPr/>
          <a:lstStyle/>
          <a:p>
            <a:pPr marL="223801" indent="-223801" defTabSz="298401">
              <a:defRPr sz="1900"/>
            </a:pPr>
            <a:r>
              <a:t>Online platforms like Yelp contain millions of reviews, but the link between text and star ratings is not straightforward. </a:t>
            </a:r>
          </a:p>
          <a:p>
            <a:pPr marL="223801" indent="-223801" defTabSz="298401">
              <a:defRPr sz="1900"/>
            </a:pPr>
            <a:r>
              <a:t>Automating star prediction helps users and businesses understand sentiment quickly</a:t>
            </a:r>
          </a:p>
          <a:p>
            <a:pPr marL="223801" indent="-223801" defTabSz="298401">
              <a:defRPr sz="1900"/>
            </a:pPr>
            <a:r>
              <a:t>Literature shows high accuracy for binary sentiment, but more nuanced star prediction is difficult due to imbalanced data, reviewer subjectivity, and noisy language.</a:t>
            </a:r>
          </a:p>
        </p:txBody>
      </p:sp>
      <p:pic>
        <p:nvPicPr>
          <p:cNvPr id="157" name="Screenshot 2025-10-24 at 12.17.18 PM.png" descr="Screenshot 2025-10-24 at 12.17.18 PM.png"/>
          <p:cNvPicPr>
            <a:picLocks noChangeAspect="1"/>
          </p:cNvPicPr>
          <p:nvPr/>
        </p:nvPicPr>
        <p:blipFill>
          <a:blip r:embed="rId2">
            <a:extLst/>
          </a:blip>
          <a:stretch>
            <a:fillRect/>
          </a:stretch>
        </p:blipFill>
        <p:spPr>
          <a:xfrm>
            <a:off x="2188136" y="3225095"/>
            <a:ext cx="4737102" cy="2082802"/>
          </a:xfrm>
          <a:prstGeom prst="rect">
            <a:avLst/>
          </a:prstGeom>
          <a:ln w="12700">
            <a:miter lim="400000"/>
          </a:ln>
        </p:spPr>
      </p:pic>
      <p:sp>
        <p:nvSpPr>
          <p:cNvPr id="158" name="Source: Fan &amp; Khademi"/>
          <p:cNvSpPr txBox="1"/>
          <p:nvPr/>
        </p:nvSpPr>
        <p:spPr>
          <a:xfrm>
            <a:off x="3429427" y="5509693"/>
            <a:ext cx="2254517" cy="333084"/>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a:r>
              <a:t>Source: Fan &amp; Khademi</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 name="Title 1"/>
          <p:cNvSpPr txBox="1"/>
          <p:nvPr>
            <p:ph type="title"/>
          </p:nvPr>
        </p:nvSpPr>
        <p:spPr>
          <a:xfrm>
            <a:off x="213473" y="341767"/>
            <a:ext cx="8686428" cy="878968"/>
          </a:xfrm>
          <a:prstGeom prst="rect">
            <a:avLst/>
          </a:prstGeom>
        </p:spPr>
        <p:txBody>
          <a:bodyPr/>
          <a:lstStyle/>
          <a:p>
            <a:pPr/>
            <a:r>
              <a:t>Research Directions in Literature</a:t>
            </a:r>
          </a:p>
        </p:txBody>
      </p:sp>
      <p:sp>
        <p:nvSpPr>
          <p:cNvPr id="161" name="Content Placeholder 2"/>
          <p:cNvSpPr txBox="1"/>
          <p:nvPr>
            <p:ph type="body" idx="1"/>
          </p:nvPr>
        </p:nvSpPr>
        <p:spPr>
          <a:xfrm>
            <a:off x="6536" y="1297644"/>
            <a:ext cx="8686429" cy="4262712"/>
          </a:xfrm>
          <a:prstGeom prst="rect">
            <a:avLst/>
          </a:prstGeom>
        </p:spPr>
        <p:txBody>
          <a:bodyPr/>
          <a:lstStyle/>
          <a:p>
            <a:pPr lvl="1" marL="828842" indent="-320841">
              <a:buFontTx/>
              <a:buAutoNum type="arabicPeriod" startAt="1"/>
              <a:defRPr b="1"/>
            </a:pPr>
            <a:r>
              <a:t>Binary Sentiment Classification</a:t>
            </a:r>
            <a:r>
              <a:rPr b="0"/>
              <a:t> – positive vs. negative reviews.</a:t>
            </a:r>
            <a:endParaRPr sz="2100"/>
          </a:p>
          <a:p>
            <a:pPr lvl="1" marL="828842" indent="-320841">
              <a:buFontTx/>
              <a:buAutoNum type="arabicPeriod" startAt="1"/>
              <a:defRPr b="1"/>
            </a:pPr>
            <a:r>
              <a:t>Star Rating Prediction</a:t>
            </a:r>
            <a:r>
              <a:rPr b="0"/>
              <a:t> – predict 1–5 stars from text.</a:t>
            </a:r>
            <a:endParaRPr sz="2100"/>
          </a:p>
          <a:p>
            <a:pPr lvl="1" marL="828842" indent="-320841">
              <a:buFontTx/>
              <a:buAutoNum type="arabicPeriod" startAt="1"/>
              <a:defRPr b="1"/>
            </a:pPr>
            <a:r>
              <a:t>Bias Analysis</a:t>
            </a:r>
            <a:r>
              <a:rPr b="0"/>
              <a:t> – explore inconsistencies between text and rating.</a:t>
            </a:r>
          </a:p>
        </p:txBody>
      </p:sp>
      <p:pic>
        <p:nvPicPr>
          <p:cNvPr id="162" name="pasted-movie.png" descr="pasted-movie.png"/>
          <p:cNvPicPr>
            <a:picLocks noChangeAspect="1"/>
          </p:cNvPicPr>
          <p:nvPr/>
        </p:nvPicPr>
        <p:blipFill>
          <a:blip r:embed="rId2">
            <a:extLst/>
          </a:blip>
          <a:stretch>
            <a:fillRect/>
          </a:stretch>
        </p:blipFill>
        <p:spPr>
          <a:xfrm>
            <a:off x="2289736" y="3323332"/>
            <a:ext cx="4533901" cy="2311401"/>
          </a:xfrm>
          <a:prstGeom prst="rect">
            <a:avLst/>
          </a:prstGeom>
          <a:ln w="12700">
            <a:miter lim="400000"/>
          </a:ln>
        </p:spPr>
      </p:pic>
      <p:sp>
        <p:nvSpPr>
          <p:cNvPr id="163" name="Source: Journal of Big Data"/>
          <p:cNvSpPr txBox="1"/>
          <p:nvPr/>
        </p:nvSpPr>
        <p:spPr>
          <a:xfrm>
            <a:off x="3167106" y="5634732"/>
            <a:ext cx="2585811" cy="333087"/>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a:r>
              <a:t>Source: Journal of Big Data</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5" name="Dataset"/>
          <p:cNvSpPr txBox="1"/>
          <p:nvPr>
            <p:ph type="title"/>
          </p:nvPr>
        </p:nvSpPr>
        <p:spPr>
          <a:xfrm>
            <a:off x="213473" y="341768"/>
            <a:ext cx="8686429" cy="878967"/>
          </a:xfrm>
          <a:prstGeom prst="rect">
            <a:avLst/>
          </a:prstGeom>
        </p:spPr>
        <p:txBody>
          <a:bodyPr/>
          <a:lstStyle/>
          <a:p>
            <a:pPr/>
            <a:r>
              <a:t>Dataset</a:t>
            </a:r>
          </a:p>
        </p:txBody>
      </p:sp>
      <p:sp>
        <p:nvSpPr>
          <p:cNvPr id="166" name="Yelp Dataset Challenge (~7–8 million reviews).…"/>
          <p:cNvSpPr txBox="1"/>
          <p:nvPr>
            <p:ph type="body" sz="half" idx="1"/>
          </p:nvPr>
        </p:nvSpPr>
        <p:spPr>
          <a:xfrm>
            <a:off x="213473" y="1338867"/>
            <a:ext cx="5716114" cy="4262712"/>
          </a:xfrm>
          <a:prstGeom prst="rect">
            <a:avLst/>
          </a:prstGeom>
        </p:spPr>
        <p:txBody>
          <a:bodyPr/>
          <a:lstStyle/>
          <a:p>
            <a:pPr/>
            <a:r>
              <a:t>Yelp Dataset Challenge (~7–8 million reviews). </a:t>
            </a:r>
          </a:p>
          <a:p>
            <a:pPr/>
            <a:r>
              <a:t>Each review includes text and star rating (+ many more features); known imbalance with most ratings ≥4 stars. </a:t>
            </a:r>
          </a:p>
          <a:p>
            <a:pPr/>
            <a:r>
              <a:t>Similar datasets in research: Amazon, Twitter, IMDB for method comparison.</a:t>
            </a:r>
          </a:p>
          <a:p>
            <a:pPr lvl="1" marL="600234" indent="-257242">
              <a:buChar char="•"/>
            </a:pPr>
            <a:r>
              <a:t>Some papers used these</a:t>
            </a:r>
          </a:p>
        </p:txBody>
      </p:sp>
      <p:pic>
        <p:nvPicPr>
          <p:cNvPr id="167" name="pasted-movie.png" descr="pasted-movie.png"/>
          <p:cNvPicPr>
            <a:picLocks noChangeAspect="1"/>
          </p:cNvPicPr>
          <p:nvPr/>
        </p:nvPicPr>
        <p:blipFill>
          <a:blip r:embed="rId2">
            <a:extLst/>
          </a:blip>
          <a:stretch>
            <a:fillRect/>
          </a:stretch>
        </p:blipFill>
        <p:spPr>
          <a:xfrm>
            <a:off x="6298847" y="2011173"/>
            <a:ext cx="2134111" cy="2134111"/>
          </a:xfrm>
          <a:prstGeom prst="rect">
            <a:avLst/>
          </a:prstGeom>
          <a:ln w="12700">
            <a:miter lim="400000"/>
          </a:ln>
        </p:spPr>
      </p:pic>
      <p:sp>
        <p:nvSpPr>
          <p:cNvPr id="168" name="Source: Columbia University"/>
          <p:cNvSpPr txBox="1"/>
          <p:nvPr/>
        </p:nvSpPr>
        <p:spPr>
          <a:xfrm>
            <a:off x="6009651" y="4228164"/>
            <a:ext cx="2712499" cy="333084"/>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a:r>
              <a:t>Source: Columbia University</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0" name="Title 1"/>
          <p:cNvSpPr txBox="1"/>
          <p:nvPr>
            <p:ph type="title"/>
          </p:nvPr>
        </p:nvSpPr>
        <p:spPr>
          <a:xfrm>
            <a:off x="213473" y="341768"/>
            <a:ext cx="8686428" cy="878967"/>
          </a:xfrm>
          <a:prstGeom prst="rect">
            <a:avLst/>
          </a:prstGeom>
        </p:spPr>
        <p:txBody>
          <a:bodyPr/>
          <a:lstStyle/>
          <a:p>
            <a:pPr/>
            <a:r>
              <a:t>Preprocessing Methods</a:t>
            </a:r>
          </a:p>
        </p:txBody>
      </p:sp>
      <p:sp>
        <p:nvSpPr>
          <p:cNvPr id="171" name="Content Placeholder 2"/>
          <p:cNvSpPr txBox="1"/>
          <p:nvPr>
            <p:ph type="body" sz="half" idx="1"/>
          </p:nvPr>
        </p:nvSpPr>
        <p:spPr>
          <a:xfrm>
            <a:off x="213473" y="1338866"/>
            <a:ext cx="8686428" cy="1931750"/>
          </a:xfrm>
          <a:prstGeom prst="rect">
            <a:avLst/>
          </a:prstGeom>
        </p:spPr>
        <p:txBody>
          <a:bodyPr/>
          <a:lstStyle/>
          <a:p>
            <a:pPr marL="241808" indent="-241808" defTabSz="322411">
              <a:lnSpc>
                <a:spcPct val="90000"/>
              </a:lnSpc>
              <a:spcBef>
                <a:spcPts val="400"/>
              </a:spcBef>
              <a:defRPr sz="2256"/>
            </a:pPr>
            <a:r>
              <a:t>Lowercase conversion, punctuation/special character removal, stop word elimination. </a:t>
            </a:r>
          </a:p>
          <a:p>
            <a:pPr marL="241808" indent="-241808" defTabSz="322411">
              <a:lnSpc>
                <a:spcPct val="90000"/>
              </a:lnSpc>
              <a:spcBef>
                <a:spcPts val="400"/>
              </a:spcBef>
              <a:defRPr sz="2256"/>
            </a:pPr>
            <a:r>
              <a:t>Extract features (length, punctuation) before cleaning. </a:t>
            </a:r>
          </a:p>
          <a:p>
            <a:pPr marL="241808" indent="-241808" defTabSz="322411">
              <a:lnSpc>
                <a:spcPct val="90000"/>
              </a:lnSpc>
              <a:spcBef>
                <a:spcPts val="400"/>
              </a:spcBef>
              <a:defRPr sz="2256"/>
            </a:pPr>
            <a:r>
              <a:t>Negation handling (“not good” → “not_good”), optional stemming.</a:t>
            </a:r>
          </a:p>
          <a:p>
            <a:pPr marL="241808" indent="-241808" defTabSz="322411">
              <a:lnSpc>
                <a:spcPct val="90000"/>
              </a:lnSpc>
              <a:spcBef>
                <a:spcPts val="400"/>
              </a:spcBef>
              <a:defRPr sz="2256"/>
            </a:pPr>
            <a:r>
              <a:t>Part of Speech tagging</a:t>
            </a:r>
          </a:p>
        </p:txBody>
      </p:sp>
      <p:sp>
        <p:nvSpPr>
          <p:cNvPr id="172" name="Before: If you decide to eat here, just be aware it is going to take about 2 hours from beginning to end. We have tried it multiple times, because I want to like it! I have been to it's other locations in NJ and never had a bad experience. The food is go"/>
          <p:cNvSpPr txBox="1"/>
          <p:nvPr/>
        </p:nvSpPr>
        <p:spPr>
          <a:xfrm>
            <a:off x="1086805" y="3231894"/>
            <a:ext cx="6939764" cy="2402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1200">
                <a:solidFill>
                  <a:srgbClr val="CCCCCC"/>
                </a:solidFill>
                <a:latin typeface="Menlo Regular"/>
                <a:ea typeface="Menlo Regular"/>
                <a:cs typeface="Menlo Regular"/>
                <a:sym typeface="Menlo Regular"/>
              </a:defRPr>
            </a:pPr>
            <a:r>
              <a:rPr b="1"/>
              <a:t>Before:</a:t>
            </a:r>
            <a:r>
              <a:t> If you decide to eat here, just be aware it is going to take about 2 hours from beginning to end. We have tried it multiple times, because I want to like it! I have been to it's other locations in NJ and never had a bad experience. The food is good, but it takes a very long time to come out. The waitstaff is very young, but usually pleasant. We have just had too many experiences where we spent way too long waiting. We usually opt for another diner or restaurant on the weekends, in order to be done quicker.</a:t>
            </a:r>
          </a:p>
          <a:p>
            <a:pPr>
              <a:defRPr sz="1200">
                <a:solidFill>
                  <a:srgbClr val="CCCCCC"/>
                </a:solidFill>
                <a:latin typeface="Menlo Regular"/>
                <a:ea typeface="Menlo Regular"/>
                <a:cs typeface="Menlo Regular"/>
                <a:sym typeface="Menlo Regular"/>
              </a:defRPr>
            </a:pPr>
          </a:p>
          <a:p>
            <a:pPr>
              <a:defRPr sz="1200">
                <a:solidFill>
                  <a:srgbClr val="CCCCCC"/>
                </a:solidFill>
                <a:latin typeface="Menlo Regular"/>
                <a:ea typeface="Menlo Regular"/>
                <a:cs typeface="Menlo Regular"/>
                <a:sym typeface="Menlo Regular"/>
              </a:defRPr>
            </a:pPr>
            <a:r>
              <a:rPr b="1"/>
              <a:t>After:</a:t>
            </a:r>
            <a:r>
              <a:t> decide eat aware going take hours beginning end tried multiple times want like locations nj never bad experience food good takes long time come waitstaff young usually pleasant many experiences spent way long waiting usually opt another diner restaurant weekends order done quicker</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4" name="Title 1"/>
          <p:cNvSpPr txBox="1"/>
          <p:nvPr>
            <p:ph type="title"/>
          </p:nvPr>
        </p:nvSpPr>
        <p:spPr>
          <a:xfrm>
            <a:off x="213473" y="341768"/>
            <a:ext cx="8686428" cy="878967"/>
          </a:xfrm>
          <a:prstGeom prst="rect">
            <a:avLst/>
          </a:prstGeom>
        </p:spPr>
        <p:txBody>
          <a:bodyPr/>
          <a:lstStyle/>
          <a:p>
            <a:pPr/>
            <a:r>
              <a:t>Feature Engineering Approaches</a:t>
            </a:r>
          </a:p>
        </p:txBody>
      </p:sp>
      <p:sp>
        <p:nvSpPr>
          <p:cNvPr id="175" name="Content Placeholder 2"/>
          <p:cNvSpPr txBox="1"/>
          <p:nvPr>
            <p:ph type="body" sz="half" idx="1"/>
          </p:nvPr>
        </p:nvSpPr>
        <p:spPr>
          <a:xfrm>
            <a:off x="213473" y="1338866"/>
            <a:ext cx="4670620" cy="4295868"/>
          </a:xfrm>
          <a:prstGeom prst="rect">
            <a:avLst/>
          </a:prstGeom>
        </p:spPr>
        <p:txBody>
          <a:bodyPr/>
          <a:lstStyle/>
          <a:p>
            <a:pPr marL="162552" indent="-162552" defTabSz="216735">
              <a:lnSpc>
                <a:spcPct val="90000"/>
              </a:lnSpc>
              <a:spcBef>
                <a:spcPts val="300"/>
              </a:spcBef>
              <a:defRPr b="1" sz="1513"/>
            </a:pPr>
            <a:r>
              <a:t>Bag of Words (BoW):</a:t>
            </a:r>
          </a:p>
          <a:p>
            <a:pPr lvl="1" marL="379287" indent="-162552" defTabSz="216735">
              <a:lnSpc>
                <a:spcPct val="90000"/>
              </a:lnSpc>
              <a:spcBef>
                <a:spcPts val="300"/>
              </a:spcBef>
              <a:buChar char="•"/>
              <a:defRPr sz="1513"/>
            </a:pPr>
            <a:r>
              <a:t>Baseline—simple but effective</a:t>
            </a:r>
          </a:p>
          <a:p>
            <a:pPr marL="162552" indent="-162552" defTabSz="216735">
              <a:lnSpc>
                <a:spcPct val="90000"/>
              </a:lnSpc>
              <a:spcBef>
                <a:spcPts val="300"/>
              </a:spcBef>
              <a:defRPr b="1" sz="1513"/>
            </a:pPr>
            <a:r>
              <a:t>TF-IDF</a:t>
            </a:r>
            <a:r>
              <a:rPr b="0"/>
              <a:t> and </a:t>
            </a:r>
            <a:r>
              <a:t>n-grams</a:t>
            </a:r>
            <a:r>
              <a:rPr b="0"/>
              <a:t> (unigrams, bigrams, trigrams):</a:t>
            </a:r>
          </a:p>
          <a:p>
            <a:pPr lvl="1" marL="379287" indent="-162552" defTabSz="216735">
              <a:lnSpc>
                <a:spcPct val="90000"/>
              </a:lnSpc>
              <a:spcBef>
                <a:spcPts val="300"/>
              </a:spcBef>
              <a:buChar char="•"/>
              <a:defRPr sz="1513"/>
            </a:pPr>
            <a:r>
              <a:t>Define rare/meaningful words/phrases</a:t>
            </a:r>
          </a:p>
          <a:p>
            <a:pPr marL="162552" indent="-162552" defTabSz="216735">
              <a:lnSpc>
                <a:spcPct val="90000"/>
              </a:lnSpc>
              <a:spcBef>
                <a:spcPts val="300"/>
              </a:spcBef>
              <a:defRPr b="1" sz="1513"/>
            </a:pPr>
            <a:r>
              <a:t>Sentiment Lexicons: </a:t>
            </a:r>
          </a:p>
          <a:p>
            <a:pPr lvl="1" marL="379287" indent="-162552" defTabSz="216735">
              <a:lnSpc>
                <a:spcPct val="90000"/>
              </a:lnSpc>
              <a:spcBef>
                <a:spcPts val="300"/>
              </a:spcBef>
              <a:buChar char="•"/>
              <a:defRPr sz="1513"/>
            </a:pPr>
            <a:r>
              <a:t>Compare text with predefined word lists (e.g., Bing Liu)</a:t>
            </a:r>
          </a:p>
          <a:p>
            <a:pPr lvl="1" marL="379287" indent="-162552" defTabSz="216735">
              <a:lnSpc>
                <a:spcPct val="90000"/>
              </a:lnSpc>
              <a:spcBef>
                <a:spcPts val="300"/>
              </a:spcBef>
              <a:buChar char="•"/>
              <a:defRPr sz="1513"/>
            </a:pPr>
            <a:r>
              <a:t>Struggle with slang/typos</a:t>
            </a:r>
          </a:p>
          <a:p>
            <a:pPr marL="162552" indent="-162552" defTabSz="216735">
              <a:lnSpc>
                <a:spcPct val="90000"/>
              </a:lnSpc>
              <a:spcBef>
                <a:spcPts val="300"/>
              </a:spcBef>
              <a:defRPr b="1" sz="1513"/>
            </a:pPr>
            <a:r>
              <a:t>Part-of-Speech Tagging:</a:t>
            </a:r>
          </a:p>
          <a:p>
            <a:pPr lvl="1" marL="379287" indent="-162552" defTabSz="216735">
              <a:lnSpc>
                <a:spcPct val="90000"/>
              </a:lnSpc>
              <a:spcBef>
                <a:spcPts val="300"/>
              </a:spcBef>
              <a:buChar char="•"/>
              <a:defRPr sz="1513"/>
            </a:pPr>
            <a:r>
              <a:t>e.g. use only adjectives</a:t>
            </a:r>
            <a:endParaRPr b="1"/>
          </a:p>
          <a:p>
            <a:pPr lvl="1" marL="379287" indent="-162552" defTabSz="216735">
              <a:lnSpc>
                <a:spcPct val="90000"/>
              </a:lnSpc>
              <a:spcBef>
                <a:spcPts val="300"/>
              </a:spcBef>
              <a:buChar char="•"/>
              <a:defRPr sz="1513"/>
            </a:pPr>
            <a:r>
              <a:t>Could improve interpretability and model performance</a:t>
            </a:r>
          </a:p>
          <a:p>
            <a:pPr marL="162552" indent="-162552" defTabSz="216735">
              <a:lnSpc>
                <a:spcPct val="90000"/>
              </a:lnSpc>
              <a:spcBef>
                <a:spcPts val="300"/>
              </a:spcBef>
              <a:defRPr b="1" sz="1513"/>
            </a:pPr>
            <a:r>
              <a:t>Contextual Embeddings:</a:t>
            </a:r>
          </a:p>
          <a:p>
            <a:pPr lvl="1" marL="379287" indent="-162552" defTabSz="216735">
              <a:lnSpc>
                <a:spcPct val="90000"/>
              </a:lnSpc>
              <a:spcBef>
                <a:spcPts val="300"/>
              </a:spcBef>
              <a:buChar char="•"/>
              <a:defRPr sz="1513"/>
            </a:pPr>
            <a:r>
              <a:t>e.g. BERT</a:t>
            </a:r>
          </a:p>
          <a:p>
            <a:pPr lvl="1" marL="379287" indent="-162552" defTabSz="216735">
              <a:lnSpc>
                <a:spcPct val="90000"/>
              </a:lnSpc>
              <a:spcBef>
                <a:spcPts val="300"/>
              </a:spcBef>
              <a:buChar char="•"/>
              <a:defRPr sz="1513"/>
            </a:pPr>
            <a:r>
              <a:t>Supplement with extracted features like review length, positivity/negativity scores, user votes if feasible</a:t>
            </a:r>
          </a:p>
        </p:txBody>
      </p:sp>
      <p:pic>
        <p:nvPicPr>
          <p:cNvPr id="176" name="pasted-movie.png" descr="pasted-movie.png"/>
          <p:cNvPicPr>
            <a:picLocks noChangeAspect="1"/>
          </p:cNvPicPr>
          <p:nvPr/>
        </p:nvPicPr>
        <p:blipFill>
          <a:blip r:embed="rId2">
            <a:extLst/>
          </a:blip>
          <a:stretch>
            <a:fillRect/>
          </a:stretch>
        </p:blipFill>
        <p:spPr>
          <a:xfrm>
            <a:off x="5026749" y="3229766"/>
            <a:ext cx="3771274" cy="2168055"/>
          </a:xfrm>
          <a:prstGeom prst="rect">
            <a:avLst/>
          </a:prstGeom>
          <a:ln w="12700">
            <a:miter lim="400000"/>
          </a:ln>
        </p:spPr>
      </p:pic>
      <p:pic>
        <p:nvPicPr>
          <p:cNvPr id="177" name="pasted-movie.png" descr="pasted-movie.png"/>
          <p:cNvPicPr>
            <a:picLocks noChangeAspect="1"/>
          </p:cNvPicPr>
          <p:nvPr/>
        </p:nvPicPr>
        <p:blipFill>
          <a:blip r:embed="rId3">
            <a:extLst/>
          </a:blip>
          <a:stretch>
            <a:fillRect/>
          </a:stretch>
        </p:blipFill>
        <p:spPr>
          <a:xfrm>
            <a:off x="5842074" y="1235398"/>
            <a:ext cx="2426223" cy="1772768"/>
          </a:xfrm>
          <a:prstGeom prst="rect">
            <a:avLst/>
          </a:prstGeom>
          <a:ln w="12700">
            <a:miter lim="400000"/>
          </a:ln>
        </p:spPr>
      </p:pic>
      <p:sp>
        <p:nvSpPr>
          <p:cNvPr id="178" name="Source: Medium"/>
          <p:cNvSpPr txBox="1"/>
          <p:nvPr/>
        </p:nvSpPr>
        <p:spPr>
          <a:xfrm>
            <a:off x="6238232" y="5301646"/>
            <a:ext cx="1633904" cy="333085"/>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a:r>
              <a:t>Source: Medium</a:t>
            </a:r>
          </a:p>
        </p:txBody>
      </p:sp>
      <p:sp>
        <p:nvSpPr>
          <p:cNvPr id="179" name="Source: Wandb"/>
          <p:cNvSpPr txBox="1"/>
          <p:nvPr/>
        </p:nvSpPr>
        <p:spPr>
          <a:xfrm>
            <a:off x="6854660" y="1179201"/>
            <a:ext cx="1514693" cy="333085"/>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a:r>
              <a:t>Source: Wandb</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Modeling Approaches"/>
          <p:cNvSpPr txBox="1"/>
          <p:nvPr>
            <p:ph type="title"/>
          </p:nvPr>
        </p:nvSpPr>
        <p:spPr>
          <a:xfrm>
            <a:off x="213473" y="341767"/>
            <a:ext cx="8686429" cy="878968"/>
          </a:xfrm>
          <a:prstGeom prst="rect">
            <a:avLst/>
          </a:prstGeom>
        </p:spPr>
        <p:txBody>
          <a:bodyPr/>
          <a:lstStyle/>
          <a:p>
            <a:pPr/>
            <a:r>
              <a:t>Modeling Approaches</a:t>
            </a:r>
          </a:p>
        </p:txBody>
      </p:sp>
      <p:sp>
        <p:nvSpPr>
          <p:cNvPr id="182" name="Baseline classifiers: Logistic Regression, Naive Bayes, SVM (linear/non-linear), Passive-Aggressive (similar to SVM).…"/>
          <p:cNvSpPr txBox="1"/>
          <p:nvPr>
            <p:ph type="body" idx="1"/>
          </p:nvPr>
        </p:nvSpPr>
        <p:spPr>
          <a:xfrm>
            <a:off x="213473" y="1338867"/>
            <a:ext cx="8686429" cy="4262713"/>
          </a:xfrm>
          <a:prstGeom prst="rect">
            <a:avLst/>
          </a:prstGeom>
        </p:spPr>
        <p:txBody>
          <a:bodyPr/>
          <a:lstStyle/>
          <a:p>
            <a:pPr>
              <a:defRPr b="1"/>
            </a:pPr>
            <a:r>
              <a:t>Baseline classifiers:</a:t>
            </a:r>
            <a:r>
              <a:rPr b="0"/>
              <a:t> Logistic Regression, Naive Bayes, SVM (linear/non-linear), Passive-Aggressive (similar to SVM). </a:t>
            </a:r>
            <a:endParaRPr b="0"/>
          </a:p>
          <a:p>
            <a:pPr>
              <a:defRPr b="1"/>
            </a:pPr>
            <a:r>
              <a:t>Tree-based ensembles:</a:t>
            </a:r>
            <a:r>
              <a:rPr b="0"/>
              <a:t> Random Forest, AdaBoost. </a:t>
            </a:r>
            <a:endParaRPr b="0"/>
          </a:p>
          <a:p>
            <a:pPr/>
            <a:r>
              <a:t>Shallow/deep </a:t>
            </a:r>
            <a:r>
              <a:rPr b="1"/>
              <a:t>Multi-Layer Perceptrons</a:t>
            </a:r>
            <a:r>
              <a:t> with contextual embeddings. </a:t>
            </a:r>
          </a:p>
          <a:p>
            <a:pPr>
              <a:defRPr b="1"/>
            </a:pPr>
            <a:r>
              <a:t>Ensemble methods:</a:t>
            </a:r>
            <a:r>
              <a:rPr b="0"/>
              <a:t> weighted voting, stacking. </a:t>
            </a:r>
            <a:endParaRPr b="0"/>
          </a:p>
          <a:p>
            <a:pPr>
              <a:defRPr b="1"/>
            </a:pPr>
            <a:r>
              <a:t>Ordinal models</a:t>
            </a:r>
            <a:r>
              <a:rPr b="0"/>
              <a:t> (ordered logistic regression) to honor rating order (i.e. 1 is closer to 2 than 4). </a:t>
            </a:r>
            <a:endParaRPr b="0"/>
          </a:p>
          <a:p>
            <a:pPr>
              <a:defRPr b="1"/>
            </a:pPr>
            <a:r>
              <a:t>Regressors</a:t>
            </a:r>
            <a:r>
              <a:rPr b="0"/>
              <a:t> (RandomForest, SVM, etc.), layered strategies (classify sentiment then regress rating).</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4" name="Picture 1" descr="Picture 1"/>
          <p:cNvPicPr>
            <a:picLocks noChangeAspect="1"/>
          </p:cNvPicPr>
          <p:nvPr/>
        </p:nvPicPr>
        <p:blipFill>
          <a:blip r:embed="rId2">
            <a:extLst/>
          </a:blip>
          <a:srcRect l="5212" t="0" r="19763" b="0"/>
          <a:stretch>
            <a:fillRect/>
          </a:stretch>
        </p:blipFill>
        <p:spPr>
          <a:xfrm>
            <a:off x="-1" y="0"/>
            <a:ext cx="9144001" cy="6858000"/>
          </a:xfrm>
          <a:prstGeom prst="rect">
            <a:avLst/>
          </a:prstGeom>
          <a:ln w="12700">
            <a:miter lim="400000"/>
          </a:ln>
        </p:spPr>
      </p:pic>
      <p:sp>
        <p:nvSpPr>
          <p:cNvPr id="185" name="Rectangle 4"/>
          <p:cNvSpPr/>
          <p:nvPr/>
        </p:nvSpPr>
        <p:spPr>
          <a:xfrm>
            <a:off x="2" y="2320781"/>
            <a:ext cx="9144001" cy="2178783"/>
          </a:xfrm>
          <a:prstGeom prst="rect">
            <a:avLst/>
          </a:prstGeom>
          <a:solidFill>
            <a:srgbClr val="011B39">
              <a:alpha val="80000"/>
            </a:srgbClr>
          </a:solidFill>
          <a:ln w="12700">
            <a:miter lim="400000"/>
          </a:ln>
        </p:spPr>
        <p:txBody>
          <a:bodyPr lIns="45718" tIns="45718" rIns="45718" bIns="45718" anchor="ctr"/>
          <a:lstStyle/>
          <a:p>
            <a:pPr algn="ctr">
              <a:defRPr sz="1300">
                <a:solidFill>
                  <a:srgbClr val="FFFFFF"/>
                </a:solidFill>
              </a:defRPr>
            </a:pPr>
          </a:p>
        </p:txBody>
      </p:sp>
      <p:sp>
        <p:nvSpPr>
          <p:cNvPr id="186" name="Title 1"/>
          <p:cNvSpPr txBox="1"/>
          <p:nvPr>
            <p:ph type="title"/>
          </p:nvPr>
        </p:nvSpPr>
        <p:spPr>
          <a:xfrm>
            <a:off x="306166" y="2972297"/>
            <a:ext cx="3827111" cy="791660"/>
          </a:xfrm>
          <a:prstGeom prst="rect">
            <a:avLst/>
          </a:prstGeom>
        </p:spPr>
        <p:txBody>
          <a:bodyPr/>
          <a:lstStyle>
            <a:lvl1pPr>
              <a:defRPr sz="3000">
                <a:solidFill>
                  <a:srgbClr val="BBBCBC"/>
                </a:solidFill>
              </a:defRPr>
            </a:lvl1pPr>
          </a:lstStyle>
          <a:p>
            <a:pPr/>
            <a:r>
              <a:t>Binary Classification</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8" name="Sentiment Analysis on Product Reviews Using Machine Learning Techniques; Jagdale et al. (2019)"/>
          <p:cNvSpPr txBox="1"/>
          <p:nvPr>
            <p:ph type="title"/>
          </p:nvPr>
        </p:nvSpPr>
        <p:spPr>
          <a:xfrm>
            <a:off x="213473" y="341767"/>
            <a:ext cx="8686429" cy="878968"/>
          </a:xfrm>
          <a:prstGeom prst="rect">
            <a:avLst/>
          </a:prstGeom>
        </p:spPr>
        <p:txBody>
          <a:bodyPr/>
          <a:lstStyle/>
          <a:p>
            <a:pPr defTabSz="318980">
              <a:defRPr sz="2500"/>
            </a:pPr>
            <a:r>
              <a:t>Sentiment Analysis on Product Reviews Using Machine Learning Techniques; </a:t>
            </a:r>
            <a:r>
              <a:rPr b="0"/>
              <a:t>Jagdale et al. (2019)</a:t>
            </a:r>
          </a:p>
        </p:txBody>
      </p:sp>
      <p:sp>
        <p:nvSpPr>
          <p:cNvPr id="189" name="Amazon product reviews: Camera, Laptops, Mobile phones, tablets, TVs, video surveillance (approx 13k total reviews)…"/>
          <p:cNvSpPr txBox="1"/>
          <p:nvPr>
            <p:ph type="body" sz="half" idx="1"/>
          </p:nvPr>
        </p:nvSpPr>
        <p:spPr>
          <a:xfrm>
            <a:off x="213474" y="1338867"/>
            <a:ext cx="5749538" cy="2359516"/>
          </a:xfrm>
          <a:prstGeom prst="rect">
            <a:avLst/>
          </a:prstGeom>
        </p:spPr>
        <p:txBody>
          <a:bodyPr/>
          <a:lstStyle/>
          <a:p>
            <a:pPr marL="370331" indent="-257175" defTabSz="277821">
              <a:spcBef>
                <a:spcPts val="400"/>
              </a:spcBef>
              <a:buClr>
                <a:srgbClr val="1F2328"/>
              </a:buClr>
              <a:buFont typeface="Times New Roman"/>
              <a:defRPr b="1" sz="1900"/>
            </a:pPr>
            <a:r>
              <a:t>Amazon product reviews</a:t>
            </a:r>
            <a:r>
              <a:rPr b="0"/>
              <a:t>: Camera, Laptops, Mobile phones, tablets, TVs, video surveillance (approx 13k total reviews)</a:t>
            </a:r>
          </a:p>
          <a:p>
            <a:pPr marL="370331" indent="-257175" defTabSz="277821">
              <a:spcBef>
                <a:spcPts val="400"/>
              </a:spcBef>
              <a:buClr>
                <a:srgbClr val="1F2328"/>
              </a:buClr>
              <a:buFont typeface="Times New Roman"/>
              <a:defRPr b="1" sz="1900"/>
            </a:pPr>
            <a:r>
              <a:t>Binary</a:t>
            </a:r>
            <a:r>
              <a:rPr b="0"/>
              <a:t> classification</a:t>
            </a:r>
          </a:p>
          <a:p>
            <a:pPr marL="370331" indent="-257175" defTabSz="277821">
              <a:spcBef>
                <a:spcPts val="400"/>
              </a:spcBef>
              <a:buClr>
                <a:srgbClr val="1F2328"/>
              </a:buClr>
              <a:buFont typeface="Times New Roman"/>
              <a:defRPr b="1" sz="1900"/>
            </a:pPr>
            <a:r>
              <a:t>Future work</a:t>
            </a:r>
            <a:r>
              <a:rPr b="0"/>
              <a:t>: aspect level analysis could improve (e.g. Camera’s quality, megapixel, picture size, structure, lens, picture quality, etc.)</a:t>
            </a:r>
          </a:p>
        </p:txBody>
      </p:sp>
      <p:pic>
        <p:nvPicPr>
          <p:cNvPr id="190" name="Screenshot 2025-10-24 at 9.44.06 AM.png" descr="Screenshot 2025-10-24 at 9.44.06 AM.png"/>
          <p:cNvPicPr>
            <a:picLocks noChangeAspect="1"/>
          </p:cNvPicPr>
          <p:nvPr/>
        </p:nvPicPr>
        <p:blipFill>
          <a:blip r:embed="rId2">
            <a:extLst/>
          </a:blip>
          <a:stretch>
            <a:fillRect/>
          </a:stretch>
        </p:blipFill>
        <p:spPr>
          <a:xfrm>
            <a:off x="5865719" y="1191314"/>
            <a:ext cx="3181437" cy="2897484"/>
          </a:xfrm>
          <a:prstGeom prst="rect">
            <a:avLst/>
          </a:prstGeom>
          <a:ln w="12700">
            <a:miter lim="400000"/>
          </a:ln>
        </p:spPr>
      </p:pic>
      <p:pic>
        <p:nvPicPr>
          <p:cNvPr id="191" name="Screenshot 2025-10-24 at 9.44.39 AM.png" descr="Screenshot 2025-10-24 at 9.44.39 AM.png"/>
          <p:cNvPicPr>
            <a:picLocks noChangeAspect="1"/>
          </p:cNvPicPr>
          <p:nvPr/>
        </p:nvPicPr>
        <p:blipFill>
          <a:blip r:embed="rId3">
            <a:extLst/>
          </a:blip>
          <a:stretch>
            <a:fillRect/>
          </a:stretch>
        </p:blipFill>
        <p:spPr>
          <a:xfrm>
            <a:off x="606008" y="3635157"/>
            <a:ext cx="5379771" cy="2151911"/>
          </a:xfrm>
          <a:prstGeom prst="rect">
            <a:avLst/>
          </a:prstGeom>
          <a:ln w="12700">
            <a:miter lim="400000"/>
          </a:ln>
        </p:spPr>
      </p:pic>
      <p:pic>
        <p:nvPicPr>
          <p:cNvPr id="192" name="Screenshot 2025-10-24 at 9.46.32 AM.png" descr="Screenshot 2025-10-24 at 9.46.32 AM.png"/>
          <p:cNvPicPr>
            <a:picLocks noChangeAspect="1"/>
          </p:cNvPicPr>
          <p:nvPr/>
        </p:nvPicPr>
        <p:blipFill>
          <a:blip r:embed="rId4">
            <a:extLst/>
          </a:blip>
          <a:stretch>
            <a:fillRect/>
          </a:stretch>
        </p:blipFill>
        <p:spPr>
          <a:xfrm>
            <a:off x="5912472" y="4309083"/>
            <a:ext cx="2906859" cy="1427277"/>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Ensemble Sentiment Analysis Using Bi-LSTM and CNN; Puneet Singh Lamba et al. (2024)"/>
          <p:cNvSpPr txBox="1"/>
          <p:nvPr>
            <p:ph type="title"/>
          </p:nvPr>
        </p:nvSpPr>
        <p:spPr>
          <a:xfrm>
            <a:off x="213473" y="341767"/>
            <a:ext cx="8686429" cy="878968"/>
          </a:xfrm>
          <a:prstGeom prst="rect">
            <a:avLst/>
          </a:prstGeom>
        </p:spPr>
        <p:txBody>
          <a:bodyPr/>
          <a:lstStyle/>
          <a:p>
            <a:pPr defTabSz="325840">
              <a:defRPr sz="2500"/>
            </a:pPr>
            <a:r>
              <a:t>Ensemble Sentiment Analysis Using Bi-LSTM and CNN; </a:t>
            </a:r>
            <a:r>
              <a:rPr b="0"/>
              <a:t>Puneet Singh Lamba et al. (2024)</a:t>
            </a:r>
          </a:p>
        </p:txBody>
      </p:sp>
      <p:sp>
        <p:nvSpPr>
          <p:cNvPr id="195" name="Dataset: IMDB movie reviews and Yelp (separate models)…"/>
          <p:cNvSpPr txBox="1"/>
          <p:nvPr>
            <p:ph type="body" sz="half" idx="1"/>
          </p:nvPr>
        </p:nvSpPr>
        <p:spPr>
          <a:xfrm>
            <a:off x="213474" y="1338867"/>
            <a:ext cx="4877202" cy="3229853"/>
          </a:xfrm>
          <a:prstGeom prst="rect">
            <a:avLst/>
          </a:prstGeom>
        </p:spPr>
        <p:txBody>
          <a:bodyPr/>
          <a:lstStyle/>
          <a:p>
            <a:pPr marL="162063" indent="-162063" defTabSz="216084">
              <a:spcBef>
                <a:spcPts val="300"/>
              </a:spcBef>
              <a:defRPr b="1" sz="1500"/>
            </a:pPr>
            <a:r>
              <a:t>Dataset</a:t>
            </a:r>
            <a:r>
              <a:rPr b="0"/>
              <a:t>: IMDB movie reviews and Yelp (separate models)</a:t>
            </a:r>
          </a:p>
          <a:p>
            <a:pPr marL="162063" indent="-162063" defTabSz="216084">
              <a:spcBef>
                <a:spcPts val="300"/>
              </a:spcBef>
              <a:defRPr b="1" sz="1500"/>
            </a:pPr>
            <a:r>
              <a:t>Binary</a:t>
            </a:r>
            <a:r>
              <a:rPr b="0"/>
              <a:t> classification</a:t>
            </a:r>
          </a:p>
          <a:p>
            <a:pPr marL="162063" indent="-162063" defTabSz="216084">
              <a:spcBef>
                <a:spcPts val="300"/>
              </a:spcBef>
              <a:defRPr b="1" sz="1500"/>
            </a:pPr>
            <a:r>
              <a:t>Tokenization</a:t>
            </a:r>
            <a:r>
              <a:rPr b="0"/>
              <a:t>: NLTK library's word_tokenize() </a:t>
            </a:r>
          </a:p>
          <a:p>
            <a:pPr marL="162063" indent="-162063" defTabSz="216084">
              <a:spcBef>
                <a:spcPts val="300"/>
              </a:spcBef>
              <a:defRPr b="1" sz="1500"/>
            </a:pPr>
            <a:r>
              <a:t>Hybrid</a:t>
            </a:r>
            <a:r>
              <a:rPr b="0"/>
              <a:t> of two techniques (Keras Sequential CNN and Bi-LSTM): </a:t>
            </a:r>
          </a:p>
          <a:p>
            <a:pPr lvl="1" marL="378147" indent="-162063" defTabSz="216084">
              <a:spcBef>
                <a:spcPts val="300"/>
              </a:spcBef>
              <a:buChar char="•"/>
              <a:defRPr sz="1500"/>
            </a:pPr>
            <a:r>
              <a:t>Built/saved model with </a:t>
            </a:r>
            <a:r>
              <a:rPr b="1"/>
              <a:t>Bi-LSTM</a:t>
            </a:r>
            <a:r>
              <a:t> </a:t>
            </a:r>
          </a:p>
          <a:p>
            <a:pPr lvl="1" marL="378147" indent="-162063" defTabSz="216084">
              <a:spcBef>
                <a:spcPts val="300"/>
              </a:spcBef>
              <a:buChar char="•"/>
              <a:defRPr sz="1500"/>
            </a:pPr>
            <a:r>
              <a:t>Built/saved </a:t>
            </a:r>
            <a:r>
              <a:rPr b="1"/>
              <a:t>CNN</a:t>
            </a:r>
            <a:r>
              <a:t> with Bert Tokenizer and Keras Module </a:t>
            </a:r>
          </a:p>
          <a:p>
            <a:pPr lvl="1" marL="378147" indent="-162063" defTabSz="216084">
              <a:spcBef>
                <a:spcPts val="300"/>
              </a:spcBef>
              <a:buChar char="•"/>
              <a:defRPr b="1" sz="1500"/>
            </a:pPr>
            <a:r>
              <a:t>Ensemble</a:t>
            </a:r>
            <a:r>
              <a:rPr b="0"/>
              <a:t> of both models</a:t>
            </a:r>
          </a:p>
          <a:p>
            <a:pPr lvl="2" marL="594231" indent="-162063" defTabSz="216084">
              <a:spcBef>
                <a:spcPts val="300"/>
              </a:spcBef>
              <a:defRPr sz="1500"/>
            </a:pPr>
            <a:r>
              <a:t>Weighted average</a:t>
            </a:r>
          </a:p>
          <a:p>
            <a:pPr lvl="2" marL="594231" indent="-162063" defTabSz="216084">
              <a:spcBef>
                <a:spcPts val="300"/>
              </a:spcBef>
              <a:defRPr sz="1500"/>
            </a:pPr>
            <a:r>
              <a:t>Stacking</a:t>
            </a:r>
          </a:p>
        </p:txBody>
      </p:sp>
      <p:pic>
        <p:nvPicPr>
          <p:cNvPr id="196" name="Screenshot 2025-10-24 at 9.51.36 AM.png" descr="Screenshot 2025-10-24 at 9.51.36 AM.png"/>
          <p:cNvPicPr>
            <a:picLocks noChangeAspect="1"/>
          </p:cNvPicPr>
          <p:nvPr/>
        </p:nvPicPr>
        <p:blipFill>
          <a:blip r:embed="rId2">
            <a:extLst/>
          </a:blip>
          <a:stretch>
            <a:fillRect/>
          </a:stretch>
        </p:blipFill>
        <p:spPr>
          <a:xfrm>
            <a:off x="854636" y="4674675"/>
            <a:ext cx="7404102" cy="1155702"/>
          </a:xfrm>
          <a:prstGeom prst="rect">
            <a:avLst/>
          </a:prstGeom>
          <a:ln w="12700">
            <a:miter lim="400000"/>
          </a:ln>
        </p:spPr>
      </p:pic>
      <p:pic>
        <p:nvPicPr>
          <p:cNvPr id="197" name="Screenshot 2025-10-24 at 9.52.52 AM.png" descr="Screenshot 2025-10-24 at 9.52.52 AM.png"/>
          <p:cNvPicPr>
            <a:picLocks noChangeAspect="1"/>
          </p:cNvPicPr>
          <p:nvPr/>
        </p:nvPicPr>
        <p:blipFill>
          <a:blip r:embed="rId3">
            <a:extLst/>
          </a:blip>
          <a:stretch>
            <a:fillRect/>
          </a:stretch>
        </p:blipFill>
        <p:spPr>
          <a:xfrm>
            <a:off x="5200255" y="1005677"/>
            <a:ext cx="3821381" cy="3454796"/>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9" name="Picture 2" descr="Picture 2"/>
          <p:cNvPicPr>
            <a:picLocks noChangeAspect="1"/>
          </p:cNvPicPr>
          <p:nvPr/>
        </p:nvPicPr>
        <p:blipFill>
          <a:blip r:embed="rId2">
            <a:extLst/>
          </a:blip>
          <a:srcRect l="12490" t="0" r="12621" b="0"/>
          <a:stretch>
            <a:fillRect/>
          </a:stretch>
        </p:blipFill>
        <p:spPr>
          <a:xfrm>
            <a:off x="0" y="0"/>
            <a:ext cx="9144001" cy="6858001"/>
          </a:xfrm>
          <a:prstGeom prst="rect">
            <a:avLst/>
          </a:prstGeom>
          <a:ln w="12700">
            <a:miter lim="400000"/>
          </a:ln>
        </p:spPr>
      </p:pic>
      <p:sp>
        <p:nvSpPr>
          <p:cNvPr id="200" name="Rectangle 4"/>
          <p:cNvSpPr/>
          <p:nvPr/>
        </p:nvSpPr>
        <p:spPr>
          <a:xfrm>
            <a:off x="2" y="2320781"/>
            <a:ext cx="9144001" cy="2178783"/>
          </a:xfrm>
          <a:prstGeom prst="rect">
            <a:avLst/>
          </a:prstGeom>
          <a:solidFill>
            <a:srgbClr val="011B39">
              <a:alpha val="80000"/>
            </a:srgbClr>
          </a:solidFill>
          <a:ln w="12700">
            <a:miter lim="400000"/>
          </a:ln>
        </p:spPr>
        <p:txBody>
          <a:bodyPr lIns="45718" tIns="45718" rIns="45718" bIns="45718" anchor="ctr"/>
          <a:lstStyle/>
          <a:p>
            <a:pPr algn="ctr">
              <a:defRPr sz="1300">
                <a:solidFill>
                  <a:srgbClr val="FFFFFF"/>
                </a:solidFill>
              </a:defRPr>
            </a:pPr>
          </a:p>
        </p:txBody>
      </p:sp>
      <p:sp>
        <p:nvSpPr>
          <p:cNvPr id="201" name="Title 1"/>
          <p:cNvSpPr txBox="1"/>
          <p:nvPr>
            <p:ph type="title"/>
          </p:nvPr>
        </p:nvSpPr>
        <p:spPr>
          <a:xfrm>
            <a:off x="306165" y="2972297"/>
            <a:ext cx="5033931" cy="791660"/>
          </a:xfrm>
          <a:prstGeom prst="rect">
            <a:avLst/>
          </a:prstGeom>
        </p:spPr>
        <p:txBody>
          <a:bodyPr/>
          <a:lstStyle>
            <a:lvl1pPr>
              <a:defRPr sz="3000">
                <a:solidFill>
                  <a:srgbClr val="BBBCBC"/>
                </a:solidFill>
              </a:defRPr>
            </a:lvl1pPr>
          </a:lstStyle>
          <a:p>
            <a:pPr/>
            <a:r>
              <a:t>1-5 Star Rating Prediction</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Predicting a Business’ Star in Yelp from Its Reviews’ Text Alone; Mingming Fan &amp; Maryam Khademi (2014)"/>
          <p:cNvSpPr txBox="1"/>
          <p:nvPr>
            <p:ph type="title"/>
          </p:nvPr>
        </p:nvSpPr>
        <p:spPr>
          <a:xfrm>
            <a:off x="213474" y="341767"/>
            <a:ext cx="4705428" cy="878968"/>
          </a:xfrm>
          <a:prstGeom prst="rect">
            <a:avLst/>
          </a:prstGeom>
        </p:spPr>
        <p:txBody>
          <a:bodyPr/>
          <a:lstStyle/>
          <a:p>
            <a:pPr defTabSz="216084">
              <a:defRPr sz="1700"/>
            </a:pPr>
            <a:r>
              <a:t>Predicting a Business’ Star in Yelp from Its Reviews’ Text Alone; </a:t>
            </a:r>
            <a:r>
              <a:rPr b="0"/>
              <a:t>Mingming Fan &amp; Maryam Khademi (2014)</a:t>
            </a:r>
          </a:p>
        </p:txBody>
      </p:sp>
      <p:sp>
        <p:nvSpPr>
          <p:cNvPr id="204" name="Feature Selection:…"/>
          <p:cNvSpPr txBox="1"/>
          <p:nvPr>
            <p:ph type="body" sz="quarter" idx="1"/>
          </p:nvPr>
        </p:nvSpPr>
        <p:spPr>
          <a:xfrm>
            <a:off x="213473" y="1338866"/>
            <a:ext cx="4406479" cy="2350153"/>
          </a:xfrm>
          <a:prstGeom prst="rect">
            <a:avLst/>
          </a:prstGeom>
        </p:spPr>
        <p:txBody>
          <a:bodyPr/>
          <a:lstStyle/>
          <a:p>
            <a:pPr marL="118331" indent="-118331" defTabSz="157774">
              <a:spcBef>
                <a:spcPts val="200"/>
              </a:spcBef>
              <a:defRPr b="1" sz="1100"/>
            </a:pPr>
            <a:r>
              <a:t>Feature Selection:</a:t>
            </a:r>
            <a:r>
              <a:rPr b="0"/>
              <a:t> </a:t>
            </a:r>
          </a:p>
          <a:p>
            <a:pPr lvl="1" marL="276108" indent="-118331" defTabSz="157774">
              <a:spcBef>
                <a:spcPts val="200"/>
              </a:spcBef>
              <a:buChar char="•"/>
              <a:defRPr sz="1100"/>
            </a:pPr>
            <a:r>
              <a:t>BOW — top K frequency words</a:t>
            </a:r>
          </a:p>
          <a:p>
            <a:pPr lvl="1" marL="276108" indent="-118331" defTabSz="157774">
              <a:spcBef>
                <a:spcPts val="200"/>
              </a:spcBef>
              <a:buChar char="•"/>
              <a:defRPr sz="1100"/>
            </a:pPr>
            <a:r>
              <a:t>3 feature vectors: </a:t>
            </a:r>
          </a:p>
          <a:p>
            <a:pPr lvl="2" marL="433883" indent="-118331" defTabSz="157774">
              <a:spcBef>
                <a:spcPts val="200"/>
              </a:spcBef>
              <a:defRPr b="1" sz="1100"/>
            </a:pPr>
            <a:r>
              <a:t>baseline:</a:t>
            </a:r>
            <a:r>
              <a:rPr b="0"/>
              <a:t> raw data of the top K frequent words in all the reviews</a:t>
            </a:r>
          </a:p>
          <a:p>
            <a:pPr lvl="2" marL="433883" indent="-118331" defTabSz="157774">
              <a:spcBef>
                <a:spcPts val="200"/>
              </a:spcBef>
              <a:defRPr b="1" sz="1100"/>
            </a:pPr>
            <a:r>
              <a:t>feature engineering I:</a:t>
            </a:r>
            <a:r>
              <a:rPr b="0"/>
              <a:t> POS analysis per sentence, top K words</a:t>
            </a:r>
          </a:p>
          <a:p>
            <a:pPr lvl="2" marL="433883" indent="-118331" defTabSz="157774">
              <a:spcBef>
                <a:spcPts val="200"/>
              </a:spcBef>
              <a:defRPr b="1" sz="1100"/>
            </a:pPr>
            <a:r>
              <a:t>feature engineering II: </a:t>
            </a:r>
            <a:r>
              <a:rPr b="0"/>
              <a:t>K frequent adjectives</a:t>
            </a:r>
          </a:p>
          <a:p>
            <a:pPr marL="118331" indent="-118331" defTabSz="157774">
              <a:spcBef>
                <a:spcPts val="200"/>
              </a:spcBef>
              <a:defRPr sz="1100"/>
            </a:pPr>
            <a:r>
              <a:t>Predicting star rating as a </a:t>
            </a:r>
            <a:r>
              <a:rPr b="1"/>
              <a:t>regression</a:t>
            </a:r>
            <a:r>
              <a:t> task </a:t>
            </a:r>
          </a:p>
          <a:p>
            <a:pPr marL="118331" indent="-118331" defTabSz="157774">
              <a:spcBef>
                <a:spcPts val="200"/>
              </a:spcBef>
              <a:defRPr sz="1100"/>
            </a:pPr>
            <a:r>
              <a:t>Would try to generalize the model in the future by using other business categories (e.g., fashion, beauty) that are not restaurants.</a:t>
            </a:r>
          </a:p>
        </p:txBody>
      </p:sp>
      <p:pic>
        <p:nvPicPr>
          <p:cNvPr id="205" name="Screenshot 2025-10-24 at 10.11.28 AM.png" descr="Screenshot 2025-10-24 at 10.11.28 AM.png"/>
          <p:cNvPicPr>
            <a:picLocks noChangeAspect="1"/>
          </p:cNvPicPr>
          <p:nvPr/>
        </p:nvPicPr>
        <p:blipFill>
          <a:blip r:embed="rId2">
            <a:extLst/>
          </a:blip>
          <a:stretch>
            <a:fillRect/>
          </a:stretch>
        </p:blipFill>
        <p:spPr>
          <a:xfrm>
            <a:off x="4931447" y="431422"/>
            <a:ext cx="4071996" cy="3257596"/>
          </a:xfrm>
          <a:prstGeom prst="rect">
            <a:avLst/>
          </a:prstGeom>
          <a:ln w="12700">
            <a:miter lim="400000"/>
          </a:ln>
        </p:spPr>
      </p:pic>
      <p:pic>
        <p:nvPicPr>
          <p:cNvPr id="206" name="Screenshot 2025-10-24 at 10.21.50 AM.png" descr="Screenshot 2025-10-24 at 10.21.50 AM.png"/>
          <p:cNvPicPr>
            <a:picLocks noChangeAspect="1"/>
          </p:cNvPicPr>
          <p:nvPr/>
        </p:nvPicPr>
        <p:blipFill>
          <a:blip r:embed="rId3">
            <a:extLst/>
          </a:blip>
          <a:stretch>
            <a:fillRect/>
          </a:stretch>
        </p:blipFill>
        <p:spPr>
          <a:xfrm>
            <a:off x="24752" y="3798067"/>
            <a:ext cx="3067998" cy="2137463"/>
          </a:xfrm>
          <a:prstGeom prst="rect">
            <a:avLst/>
          </a:prstGeom>
          <a:ln w="12700">
            <a:miter lim="400000"/>
          </a:ln>
        </p:spPr>
      </p:pic>
      <p:pic>
        <p:nvPicPr>
          <p:cNvPr id="207" name="Screenshot 2025-10-24 at 10.22.19 AM.png" descr="Screenshot 2025-10-24 at 10.22.19 AM.png"/>
          <p:cNvPicPr>
            <a:picLocks noChangeAspect="1"/>
          </p:cNvPicPr>
          <p:nvPr/>
        </p:nvPicPr>
        <p:blipFill>
          <a:blip r:embed="rId4">
            <a:extLst/>
          </a:blip>
          <a:stretch>
            <a:fillRect/>
          </a:stretch>
        </p:blipFill>
        <p:spPr>
          <a:xfrm>
            <a:off x="3118511" y="3814262"/>
            <a:ext cx="2920790" cy="2105074"/>
          </a:xfrm>
          <a:prstGeom prst="rect">
            <a:avLst/>
          </a:prstGeom>
          <a:ln w="12700">
            <a:miter lim="400000"/>
          </a:ln>
        </p:spPr>
      </p:pic>
      <p:pic>
        <p:nvPicPr>
          <p:cNvPr id="208" name="Screenshot 2025-10-24 at 10.22.31 AM.png" descr="Screenshot 2025-10-24 at 10.22.31 AM.png"/>
          <p:cNvPicPr>
            <a:picLocks noChangeAspect="1"/>
          </p:cNvPicPr>
          <p:nvPr/>
        </p:nvPicPr>
        <p:blipFill>
          <a:blip r:embed="rId5">
            <a:extLst/>
          </a:blip>
          <a:stretch>
            <a:fillRect/>
          </a:stretch>
        </p:blipFill>
        <p:spPr>
          <a:xfrm>
            <a:off x="6228355" y="3823229"/>
            <a:ext cx="2895903" cy="2087138"/>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0" name="Yelp Dataset Challenge: Review Rating Prediction; Nabiha Asghar (2016)"/>
          <p:cNvSpPr txBox="1"/>
          <p:nvPr>
            <p:ph type="title"/>
          </p:nvPr>
        </p:nvSpPr>
        <p:spPr>
          <a:xfrm>
            <a:off x="213473" y="341768"/>
            <a:ext cx="8686429" cy="878967"/>
          </a:xfrm>
          <a:prstGeom prst="rect">
            <a:avLst/>
          </a:prstGeom>
        </p:spPr>
        <p:txBody>
          <a:bodyPr/>
          <a:lstStyle/>
          <a:p>
            <a:pPr defTabSz="325840">
              <a:defRPr sz="2500"/>
            </a:pPr>
            <a:r>
              <a:t>Yelp Dataset Challenge: Review Rating Prediction; </a:t>
            </a:r>
            <a:r>
              <a:rPr b="0"/>
              <a:t>Nabiha Asghar (2016)</a:t>
            </a:r>
          </a:p>
        </p:txBody>
      </p:sp>
      <p:sp>
        <p:nvSpPr>
          <p:cNvPr id="211" name="Preprocessing: removed capitalizations, stop words and punctuations…"/>
          <p:cNvSpPr txBox="1"/>
          <p:nvPr>
            <p:ph type="body" sz="half" idx="1"/>
          </p:nvPr>
        </p:nvSpPr>
        <p:spPr>
          <a:xfrm>
            <a:off x="213473" y="1338866"/>
            <a:ext cx="5041550" cy="4180268"/>
          </a:xfrm>
          <a:prstGeom prst="rect">
            <a:avLst/>
          </a:prstGeom>
        </p:spPr>
        <p:txBody>
          <a:bodyPr/>
          <a:lstStyle/>
          <a:p>
            <a:pPr marL="128621" indent="-128621" defTabSz="171494">
              <a:spcBef>
                <a:spcPts val="200"/>
              </a:spcBef>
              <a:defRPr b="1" sz="1200"/>
            </a:pPr>
            <a:r>
              <a:t>Preprocessing</a:t>
            </a:r>
            <a:r>
              <a:rPr b="0"/>
              <a:t>: removed capitalizations, stop words and punctuations </a:t>
            </a:r>
          </a:p>
          <a:p>
            <a:pPr marL="128621" indent="-128621" defTabSz="171494">
              <a:spcBef>
                <a:spcPts val="200"/>
              </a:spcBef>
              <a:defRPr b="1" sz="1200"/>
            </a:pPr>
            <a:r>
              <a:t>Feature Extraction</a:t>
            </a:r>
            <a:r>
              <a:rPr b="0"/>
              <a:t>: feature vector for each review from four different methods:</a:t>
            </a:r>
          </a:p>
          <a:p>
            <a:pPr lvl="1" marL="300117" indent="-128621" defTabSz="171494">
              <a:spcBef>
                <a:spcPts val="200"/>
              </a:spcBef>
              <a:buChar char="•"/>
              <a:defRPr sz="1200"/>
            </a:pPr>
            <a:r>
              <a:t>Unigrams (BOW)</a:t>
            </a:r>
          </a:p>
          <a:p>
            <a:pPr lvl="1" marL="300117" indent="-128621" defTabSz="171494">
              <a:spcBef>
                <a:spcPts val="200"/>
              </a:spcBef>
              <a:buChar char="•"/>
              <a:defRPr sz="1200"/>
            </a:pPr>
            <a:r>
              <a:t>Unigrams &amp; Bigrams</a:t>
            </a:r>
          </a:p>
          <a:p>
            <a:pPr lvl="1" marL="300117" indent="-128621" defTabSz="171494">
              <a:spcBef>
                <a:spcPts val="200"/>
              </a:spcBef>
              <a:buChar char="•"/>
              <a:defRPr sz="1200"/>
            </a:pPr>
            <a:r>
              <a:t>Unigrams, Bigrams, &amp; Trigrams</a:t>
            </a:r>
          </a:p>
          <a:p>
            <a:pPr lvl="1" marL="300117" indent="-128621" defTabSz="171494">
              <a:spcBef>
                <a:spcPts val="200"/>
              </a:spcBef>
              <a:buChar char="•"/>
              <a:defRPr sz="1200"/>
            </a:pPr>
            <a:r>
              <a:t>LSI </a:t>
            </a:r>
          </a:p>
          <a:p>
            <a:pPr lvl="2" marL="471612" indent="-128621" defTabSz="171494">
              <a:spcBef>
                <a:spcPts val="200"/>
              </a:spcBef>
              <a:defRPr sz="1200"/>
            </a:pPr>
            <a:r>
              <a:t>By default, t = the size of vocabulary </a:t>
            </a:r>
          </a:p>
          <a:p>
            <a:pPr lvl="2" marL="471612" indent="-128621" defTabSz="171494">
              <a:spcBef>
                <a:spcPts val="200"/>
              </a:spcBef>
              <a:defRPr sz="1200"/>
            </a:pPr>
            <a:r>
              <a:t>first t*  topics can be chosen as the most important ones, and thus the top t* rows of V can be used as the feature matrix</a:t>
            </a:r>
          </a:p>
          <a:p>
            <a:pPr marL="128621" indent="-128621" defTabSz="171494">
              <a:spcBef>
                <a:spcPts val="200"/>
              </a:spcBef>
              <a:defRPr b="1" sz="1200"/>
            </a:pPr>
            <a:r>
              <a:t>ML Models: </a:t>
            </a:r>
          </a:p>
          <a:p>
            <a:pPr lvl="1" marL="300117" indent="-128621" defTabSz="171494">
              <a:spcBef>
                <a:spcPts val="200"/>
              </a:spcBef>
              <a:buChar char="•"/>
              <a:defRPr sz="1200"/>
            </a:pPr>
            <a:r>
              <a:t>Logistic Regression</a:t>
            </a:r>
            <a:endParaRPr b="1"/>
          </a:p>
          <a:p>
            <a:pPr lvl="1" marL="300117" indent="-128621" defTabSz="171494">
              <a:spcBef>
                <a:spcPts val="200"/>
              </a:spcBef>
              <a:buChar char="•"/>
              <a:defRPr sz="1200"/>
            </a:pPr>
            <a:r>
              <a:t>Multinomial Naive Bayes </a:t>
            </a:r>
            <a:endParaRPr b="1"/>
          </a:p>
          <a:p>
            <a:pPr lvl="1" marL="300117" indent="-128621" defTabSz="171494">
              <a:spcBef>
                <a:spcPts val="200"/>
              </a:spcBef>
              <a:buChar char="•"/>
              <a:defRPr sz="1200"/>
            </a:pPr>
            <a:r>
              <a:t>Perceptron (n_iterations = 50) </a:t>
            </a:r>
            <a:endParaRPr b="1"/>
          </a:p>
          <a:p>
            <a:pPr lvl="1" marL="300117" indent="-128621" defTabSz="171494">
              <a:spcBef>
                <a:spcPts val="200"/>
              </a:spcBef>
              <a:buChar char="•"/>
              <a:defRPr sz="1200"/>
            </a:pPr>
            <a:r>
              <a:t>SVM (linear, tolerance = 0.001) </a:t>
            </a:r>
            <a:endParaRPr b="1"/>
          </a:p>
          <a:p>
            <a:pPr marL="128621" indent="-128621" defTabSz="171494">
              <a:spcBef>
                <a:spcPts val="200"/>
              </a:spcBef>
              <a:defRPr b="1" sz="1200"/>
            </a:pPr>
            <a:r>
              <a:t>Results:</a:t>
            </a:r>
            <a:r>
              <a:rPr b="0"/>
              <a:t> Logistic Regression achieved the highest accuracy of 64% using the top 10,000 Unigrams &amp; Bigrams as features, followed very closely by Linear SVC which achieved 63% accuracy using the top 10,000 Unigrams &amp; Bigrams.</a:t>
            </a:r>
          </a:p>
        </p:txBody>
      </p:sp>
      <p:pic>
        <p:nvPicPr>
          <p:cNvPr id="212" name="Screenshot 2025-10-24 at 9.58.04 AM.png" descr="Screenshot 2025-10-24 at 9.58.04 AM.png"/>
          <p:cNvPicPr>
            <a:picLocks noChangeAspect="1"/>
          </p:cNvPicPr>
          <p:nvPr/>
        </p:nvPicPr>
        <p:blipFill>
          <a:blip r:embed="rId2">
            <a:extLst/>
          </a:blip>
          <a:stretch>
            <a:fillRect/>
          </a:stretch>
        </p:blipFill>
        <p:spPr>
          <a:xfrm>
            <a:off x="6055609" y="781252"/>
            <a:ext cx="2311814" cy="2101649"/>
          </a:xfrm>
          <a:prstGeom prst="rect">
            <a:avLst/>
          </a:prstGeom>
          <a:ln w="12700">
            <a:miter lim="400000"/>
          </a:ln>
        </p:spPr>
      </p:pic>
      <p:pic>
        <p:nvPicPr>
          <p:cNvPr id="213" name="Screenshot 2025-10-24 at 10.03.33 AM.png" descr="Screenshot 2025-10-24 at 10.03.33 AM.png"/>
          <p:cNvPicPr>
            <a:picLocks noChangeAspect="1"/>
          </p:cNvPicPr>
          <p:nvPr/>
        </p:nvPicPr>
        <p:blipFill>
          <a:blip r:embed="rId3">
            <a:extLst/>
          </a:blip>
          <a:stretch>
            <a:fillRect/>
          </a:stretch>
        </p:blipFill>
        <p:spPr>
          <a:xfrm>
            <a:off x="5254726" y="3578509"/>
            <a:ext cx="3497452" cy="1976822"/>
          </a:xfrm>
          <a:prstGeom prst="rect">
            <a:avLst/>
          </a:prstGeom>
          <a:ln w="12700">
            <a:miter lim="400000"/>
          </a:ln>
        </p:spPr>
      </p:pic>
      <p:pic>
        <p:nvPicPr>
          <p:cNvPr id="214" name="Picture 4" descr="Picture 4"/>
          <p:cNvPicPr>
            <a:picLocks noChangeAspect="1"/>
          </p:cNvPicPr>
          <p:nvPr/>
        </p:nvPicPr>
        <p:blipFill>
          <a:blip r:embed="rId4">
            <a:extLst/>
          </a:blip>
          <a:stretch>
            <a:fillRect/>
          </a:stretch>
        </p:blipFill>
        <p:spPr>
          <a:xfrm>
            <a:off x="5343683" y="2814378"/>
            <a:ext cx="3319534" cy="2939850"/>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Sentiment Analysis: A Systematic Case Study with Yelp Scores; Wenping Wang et al. (2023)"/>
          <p:cNvSpPr txBox="1"/>
          <p:nvPr>
            <p:ph type="title"/>
          </p:nvPr>
        </p:nvSpPr>
        <p:spPr>
          <a:xfrm>
            <a:off x="213474" y="341768"/>
            <a:ext cx="4244772" cy="878967"/>
          </a:xfrm>
          <a:prstGeom prst="rect">
            <a:avLst/>
          </a:prstGeom>
        </p:spPr>
        <p:txBody>
          <a:bodyPr/>
          <a:lstStyle/>
          <a:p>
            <a:pPr defTabSz="216084">
              <a:defRPr sz="1700"/>
            </a:pPr>
            <a:r>
              <a:t>Sentiment Analysis: A Systematic Case Study with Yelp Scores; </a:t>
            </a:r>
            <a:r>
              <a:rPr b="0"/>
              <a:t>Wenping Wang et al. (2023)</a:t>
            </a:r>
          </a:p>
        </p:txBody>
      </p:sp>
      <p:sp>
        <p:nvSpPr>
          <p:cNvPr id="217" name="Feature Extraction/Engineering:…"/>
          <p:cNvSpPr txBox="1"/>
          <p:nvPr>
            <p:ph type="body" sz="half" idx="1"/>
          </p:nvPr>
        </p:nvSpPr>
        <p:spPr>
          <a:xfrm>
            <a:off x="213474" y="1338866"/>
            <a:ext cx="4393609" cy="4499652"/>
          </a:xfrm>
          <a:prstGeom prst="rect">
            <a:avLst/>
          </a:prstGeom>
        </p:spPr>
        <p:txBody>
          <a:bodyPr/>
          <a:lstStyle/>
          <a:p>
            <a:pPr marL="115758" indent="-115758" defTabSz="154344">
              <a:spcBef>
                <a:spcPts val="200"/>
              </a:spcBef>
              <a:defRPr b="1" sz="1000"/>
            </a:pPr>
            <a:r>
              <a:t>Feature Extraction/Engineering:</a:t>
            </a:r>
          </a:p>
          <a:p>
            <a:pPr lvl="1" marL="270105" indent="-115758" defTabSz="154344">
              <a:spcBef>
                <a:spcPts val="200"/>
              </a:spcBef>
              <a:buChar char="•"/>
              <a:defRPr sz="1000"/>
            </a:pPr>
            <a:r>
              <a:t>Hashing Vectorizer (sklearn)</a:t>
            </a:r>
          </a:p>
          <a:p>
            <a:pPr lvl="1" marL="270105" indent="-115758" defTabSz="154344">
              <a:spcBef>
                <a:spcPts val="200"/>
              </a:spcBef>
              <a:buChar char="•"/>
              <a:defRPr sz="1000"/>
            </a:pPr>
            <a:r>
              <a:t>TF-IDF</a:t>
            </a:r>
          </a:p>
          <a:p>
            <a:pPr marL="115758" indent="-115758" defTabSz="154344">
              <a:spcBef>
                <a:spcPts val="200"/>
              </a:spcBef>
              <a:defRPr b="1" sz="1000"/>
            </a:pPr>
            <a:r>
              <a:t>ML Models: </a:t>
            </a:r>
          </a:p>
          <a:p>
            <a:pPr lvl="1" marL="270105" indent="-115758" defTabSz="154344">
              <a:spcBef>
                <a:spcPts val="200"/>
              </a:spcBef>
              <a:buChar char="•"/>
              <a:defRPr b="1" sz="1000"/>
            </a:pPr>
            <a:r>
              <a:t>Logistic Regression</a:t>
            </a:r>
            <a:r>
              <a:rPr b="0"/>
              <a:t> with SGD I and SGD II</a:t>
            </a:r>
          </a:p>
          <a:p>
            <a:pPr lvl="1" marL="270105" indent="-115758" defTabSz="154344">
              <a:spcBef>
                <a:spcPts val="200"/>
              </a:spcBef>
              <a:buChar char="•"/>
              <a:defRPr b="1" sz="1000"/>
            </a:pPr>
            <a:r>
              <a:t>Multinomial Naive Bayes</a:t>
            </a:r>
          </a:p>
          <a:p>
            <a:pPr lvl="1" marL="270105" indent="-115758" defTabSz="154344">
              <a:spcBef>
                <a:spcPts val="200"/>
              </a:spcBef>
              <a:buChar char="•"/>
              <a:defRPr b="1" sz="1000"/>
            </a:pPr>
            <a:r>
              <a:t>Passive Aggressive </a:t>
            </a:r>
          </a:p>
          <a:p>
            <a:pPr lvl="2" marL="424451" indent="-115758" defTabSz="154344">
              <a:spcBef>
                <a:spcPts val="200"/>
              </a:spcBef>
              <a:defRPr sz="1000"/>
            </a:pPr>
            <a:r>
              <a:t>Similar to SVM (maximizing the margin of the separating planes between the data points)</a:t>
            </a:r>
            <a:endParaRPr b="1"/>
          </a:p>
          <a:p>
            <a:pPr lvl="1" marL="270105" indent="-115758" defTabSz="154344">
              <a:spcBef>
                <a:spcPts val="200"/>
              </a:spcBef>
              <a:buChar char="•"/>
              <a:defRPr sz="1000"/>
            </a:pPr>
            <a:r>
              <a:t>(</a:t>
            </a:r>
            <a:r>
              <a:rPr b="1"/>
              <a:t>Shallow</a:t>
            </a:r>
            <a:r>
              <a:t>) Multi-Layer Perceptron (</a:t>
            </a:r>
            <a:r>
              <a:rPr b="1"/>
              <a:t>MLP</a:t>
            </a:r>
            <a:r>
              <a:t>) with BERT </a:t>
            </a:r>
            <a:endParaRPr b="1"/>
          </a:p>
          <a:p>
            <a:pPr lvl="2" marL="424451" indent="-115758" defTabSz="154344">
              <a:spcBef>
                <a:spcPts val="200"/>
              </a:spcBef>
              <a:defRPr sz="1000"/>
            </a:pPr>
            <a:r>
              <a:t>7 fully connected layers (768, 1024, 512, 512, 256, 64, 32, 5) </a:t>
            </a:r>
            <a:endParaRPr b="1"/>
          </a:p>
          <a:p>
            <a:pPr lvl="1" marL="270105" indent="-115758" defTabSz="154344">
              <a:spcBef>
                <a:spcPts val="200"/>
              </a:spcBef>
              <a:buChar char="•"/>
              <a:defRPr sz="1000"/>
            </a:pPr>
            <a:r>
              <a:t>(</a:t>
            </a:r>
            <a:r>
              <a:rPr b="1"/>
              <a:t>Deep</a:t>
            </a:r>
            <a:r>
              <a:t>) </a:t>
            </a:r>
            <a:r>
              <a:rPr b="1"/>
              <a:t>MLP</a:t>
            </a:r>
            <a:r>
              <a:t> with BERT (+ other features)</a:t>
            </a:r>
            <a:endParaRPr b="1"/>
          </a:p>
          <a:p>
            <a:pPr lvl="2" marL="424451" indent="-115758" defTabSz="154344">
              <a:spcBef>
                <a:spcPts val="200"/>
              </a:spcBef>
              <a:defRPr sz="1000"/>
            </a:pPr>
            <a:r>
              <a:t>Useful, funny, cool, positive, negative, nchars, nwords, sentiment score </a:t>
            </a:r>
            <a:endParaRPr b="1"/>
          </a:p>
          <a:p>
            <a:pPr lvl="1" marL="270105" indent="-115758" defTabSz="154344">
              <a:spcBef>
                <a:spcPts val="200"/>
              </a:spcBef>
              <a:buChar char="•"/>
              <a:defRPr sz="1000"/>
            </a:pPr>
            <a:r>
              <a:t>Heterogeneous (</a:t>
            </a:r>
            <a:r>
              <a:rPr b="1"/>
              <a:t>ensemble</a:t>
            </a:r>
            <a:r>
              <a:t>) classifiers (combined using weighted voting):</a:t>
            </a:r>
            <a:endParaRPr b="1"/>
          </a:p>
          <a:p>
            <a:pPr lvl="2" marL="424451" indent="-115758" defTabSz="154344">
              <a:spcBef>
                <a:spcPts val="200"/>
              </a:spcBef>
              <a:defRPr sz="1000"/>
            </a:pPr>
            <a:r>
              <a:t>Baseline models ensemble</a:t>
            </a:r>
            <a:endParaRPr b="1"/>
          </a:p>
          <a:p>
            <a:pPr lvl="2" marL="424451" indent="-115758" defTabSz="154344">
              <a:spcBef>
                <a:spcPts val="200"/>
              </a:spcBef>
              <a:defRPr sz="1000"/>
            </a:pPr>
            <a:r>
              <a:t>Baseline models and shallow MLP </a:t>
            </a:r>
            <a:endParaRPr b="1"/>
          </a:p>
          <a:p>
            <a:pPr lvl="2" marL="424451" indent="-115758" defTabSz="154344">
              <a:spcBef>
                <a:spcPts val="200"/>
              </a:spcBef>
              <a:defRPr sz="1000"/>
            </a:pPr>
            <a:r>
              <a:t>Baseline models and deep MLP</a:t>
            </a:r>
            <a:endParaRPr b="1"/>
          </a:p>
          <a:p>
            <a:pPr lvl="1" marL="270105" indent="-115758" defTabSz="154344">
              <a:spcBef>
                <a:spcPts val="200"/>
              </a:spcBef>
              <a:buChar char="•"/>
              <a:defRPr sz="1000"/>
            </a:pPr>
            <a:r>
              <a:t>AdaBoost </a:t>
            </a:r>
            <a:endParaRPr b="1"/>
          </a:p>
          <a:p>
            <a:pPr marL="115758" indent="-115758" defTabSz="154344">
              <a:spcBef>
                <a:spcPts val="200"/>
              </a:spcBef>
              <a:defRPr sz="1000"/>
            </a:pPr>
            <a:r>
              <a:t>For star rating of 5, best model is able to correctly classify 79.57% of the test data points, but it could only correctly classify </a:t>
            </a:r>
            <a:r>
              <a:rPr b="1"/>
              <a:t>32.30% of the data that has ratings of 2</a:t>
            </a:r>
            <a:r>
              <a:t>.</a:t>
            </a:r>
            <a:endParaRPr b="1"/>
          </a:p>
          <a:p>
            <a:pPr marL="115758" indent="-115758" defTabSz="154344">
              <a:spcBef>
                <a:spcPts val="200"/>
              </a:spcBef>
              <a:defRPr sz="1000"/>
            </a:pPr>
            <a:r>
              <a:t>Shallow &gt; deep</a:t>
            </a:r>
          </a:p>
        </p:txBody>
      </p:sp>
      <p:pic>
        <p:nvPicPr>
          <p:cNvPr id="218" name="Screenshot 2025-10-24 at 10.48.38 AM.png" descr="Screenshot 2025-10-24 at 10.48.38 AM.png"/>
          <p:cNvPicPr>
            <a:picLocks noChangeAspect="1"/>
          </p:cNvPicPr>
          <p:nvPr/>
        </p:nvPicPr>
        <p:blipFill>
          <a:blip r:embed="rId2">
            <a:extLst/>
          </a:blip>
          <a:stretch>
            <a:fillRect/>
          </a:stretch>
        </p:blipFill>
        <p:spPr>
          <a:xfrm>
            <a:off x="5314017" y="4017205"/>
            <a:ext cx="3109306" cy="1620061"/>
          </a:xfrm>
          <a:prstGeom prst="rect">
            <a:avLst/>
          </a:prstGeom>
          <a:ln w="12700">
            <a:miter lim="400000"/>
          </a:ln>
        </p:spPr>
      </p:pic>
      <p:pic>
        <p:nvPicPr>
          <p:cNvPr id="219" name="Screenshot 2025-10-24 at 10.49.06 AM.png" descr="Screenshot 2025-10-24 at 10.49.06 AM.png"/>
          <p:cNvPicPr>
            <a:picLocks noChangeAspect="1"/>
          </p:cNvPicPr>
          <p:nvPr/>
        </p:nvPicPr>
        <p:blipFill>
          <a:blip r:embed="rId3">
            <a:extLst/>
          </a:blip>
          <a:stretch>
            <a:fillRect/>
          </a:stretch>
        </p:blipFill>
        <p:spPr>
          <a:xfrm>
            <a:off x="4562033" y="497091"/>
            <a:ext cx="4613467" cy="3372369"/>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1" name="Title 1"/>
          <p:cNvSpPr txBox="1"/>
          <p:nvPr>
            <p:ph type="title"/>
          </p:nvPr>
        </p:nvSpPr>
        <p:spPr>
          <a:xfrm>
            <a:off x="213473" y="341768"/>
            <a:ext cx="8686428" cy="878967"/>
          </a:xfrm>
          <a:prstGeom prst="rect">
            <a:avLst/>
          </a:prstGeom>
        </p:spPr>
        <p:txBody>
          <a:bodyPr/>
          <a:lstStyle/>
          <a:p>
            <a:pPr/>
            <a:r>
              <a:t>Review of Findings</a:t>
            </a:r>
          </a:p>
        </p:txBody>
      </p:sp>
      <p:sp>
        <p:nvSpPr>
          <p:cNvPr id="222" name="Content Placeholder 2"/>
          <p:cNvSpPr txBox="1"/>
          <p:nvPr>
            <p:ph type="body" idx="1"/>
          </p:nvPr>
        </p:nvSpPr>
        <p:spPr>
          <a:xfrm>
            <a:off x="213473" y="1338866"/>
            <a:ext cx="8686428" cy="4262715"/>
          </a:xfrm>
          <a:prstGeom prst="rect">
            <a:avLst/>
          </a:prstGeom>
        </p:spPr>
        <p:txBody>
          <a:bodyPr/>
          <a:lstStyle/>
          <a:p>
            <a:pPr marL="200649" indent="-200649" defTabSz="267531">
              <a:spcBef>
                <a:spcPts val="400"/>
              </a:spcBef>
              <a:defRPr sz="1800"/>
            </a:pPr>
            <a:r>
              <a:t>Binary sentiment models (Naive Bayes, Random Forest) good at </a:t>
            </a:r>
            <a:r>
              <a:rPr b="1"/>
              <a:t>positive/negative</a:t>
            </a:r>
            <a:r>
              <a:t> </a:t>
            </a:r>
          </a:p>
          <a:p>
            <a:pPr marL="200649" indent="-200649" defTabSz="267531">
              <a:spcBef>
                <a:spcPts val="400"/>
              </a:spcBef>
              <a:defRPr sz="1800"/>
            </a:pPr>
            <a:r>
              <a:t>Multi-class and regression models (Logistic/SVM, Linear Regression) weaker for all 5 star ratings (</a:t>
            </a:r>
            <a:r>
              <a:rPr b="1"/>
              <a:t>accuracy ≤ 65%</a:t>
            </a:r>
            <a:r>
              <a:t>). </a:t>
            </a:r>
          </a:p>
          <a:p>
            <a:pPr marL="200649" indent="-200649" defTabSz="267531">
              <a:spcBef>
                <a:spcPts val="400"/>
              </a:spcBef>
              <a:defRPr b="1" sz="1800"/>
            </a:pPr>
            <a:r>
              <a:t>TF-IDF and n-gram</a:t>
            </a:r>
            <a:r>
              <a:rPr b="0"/>
              <a:t> features are standard; context-sensitive embeddings (BERT) have emerged for fine-grained results. </a:t>
            </a:r>
          </a:p>
          <a:p>
            <a:pPr marL="200649" indent="-200649" defTabSz="267531">
              <a:spcBef>
                <a:spcPts val="400"/>
              </a:spcBef>
              <a:defRPr sz="1800"/>
            </a:pPr>
            <a:r>
              <a:t>Lexicons help but struggle with </a:t>
            </a:r>
            <a:r>
              <a:rPr b="1"/>
              <a:t>slang, typos, noisy data; sarcasm</a:t>
            </a:r>
            <a:r>
              <a:t> and nuanced language largely unsolved. </a:t>
            </a:r>
          </a:p>
          <a:p>
            <a:pPr marL="200649" indent="-200649" defTabSz="267531">
              <a:spcBef>
                <a:spcPts val="400"/>
              </a:spcBef>
              <a:defRPr b="1" sz="1800"/>
            </a:pPr>
            <a:r>
              <a:t>Ensemble methods</a:t>
            </a:r>
            <a:r>
              <a:rPr b="0"/>
              <a:t> sometimes improve results; deep learning gaining ground, especially for multi-aspect analysis and context.</a:t>
            </a:r>
          </a:p>
          <a:p>
            <a:pPr marL="200649" indent="-200649" defTabSz="267531">
              <a:spcBef>
                <a:spcPts val="400"/>
              </a:spcBef>
              <a:defRPr b="1" sz="1800"/>
            </a:pPr>
            <a:r>
              <a:t>Trends observed:</a:t>
            </a:r>
          </a:p>
          <a:p>
            <a:pPr lvl="1" marL="434741" indent="-167208" defTabSz="267531">
              <a:spcBef>
                <a:spcPts val="400"/>
              </a:spcBef>
              <a:defRPr sz="1800"/>
            </a:pPr>
            <a:r>
              <a:t>More features ≠ better performance (can cause overfitting).</a:t>
            </a:r>
            <a:endParaRPr sz="1600"/>
          </a:p>
          <a:p>
            <a:pPr lvl="1" marL="434741" indent="-167208" defTabSz="267531">
              <a:spcBef>
                <a:spcPts val="400"/>
              </a:spcBef>
              <a:defRPr sz="1800"/>
            </a:pPr>
            <a:r>
              <a:t>Simple &gt; Complex Models</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Title 1"/>
          <p:cNvSpPr txBox="1"/>
          <p:nvPr>
            <p:ph type="title"/>
          </p:nvPr>
        </p:nvSpPr>
        <p:spPr>
          <a:xfrm>
            <a:off x="213473" y="341768"/>
            <a:ext cx="8686428" cy="878967"/>
          </a:xfrm>
          <a:prstGeom prst="rect">
            <a:avLst/>
          </a:prstGeom>
        </p:spPr>
        <p:txBody>
          <a:bodyPr/>
          <a:lstStyle/>
          <a:p>
            <a:pPr/>
            <a:r>
              <a:t>Interesting Findings</a:t>
            </a:r>
          </a:p>
        </p:txBody>
      </p:sp>
      <p:sp>
        <p:nvSpPr>
          <p:cNvPr id="225" name="Content Placeholder 2"/>
          <p:cNvSpPr txBox="1"/>
          <p:nvPr>
            <p:ph type="body" idx="1"/>
          </p:nvPr>
        </p:nvSpPr>
        <p:spPr>
          <a:xfrm>
            <a:off x="213473" y="1338866"/>
            <a:ext cx="8686428" cy="4262715"/>
          </a:xfrm>
          <a:prstGeom prst="rect">
            <a:avLst/>
          </a:prstGeom>
        </p:spPr>
        <p:txBody>
          <a:bodyPr/>
          <a:lstStyle/>
          <a:p>
            <a:pPr/>
            <a:r>
              <a:t>Standard preprocessing and Bag of Words are still strong baselines.</a:t>
            </a:r>
          </a:p>
          <a:p>
            <a:pPr/>
            <a:r>
              <a:t>Too many features can hurt linear regression results; keep it simple when possible.</a:t>
            </a:r>
          </a:p>
          <a:p>
            <a:pPr/>
            <a:r>
              <a:t>Context-aware models (e.g., BERT) for sarcasm, multi-aspect sentiment are promising.</a:t>
            </a:r>
            <a:endParaRPr b="1"/>
          </a:p>
          <a:p>
            <a:pPr/>
            <a:r>
              <a:t>Aspect-Based Sentiment Analysis worth trying.</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7" name="Title 1"/>
          <p:cNvSpPr txBox="1"/>
          <p:nvPr>
            <p:ph type="title"/>
          </p:nvPr>
        </p:nvSpPr>
        <p:spPr>
          <a:xfrm>
            <a:off x="213473" y="341768"/>
            <a:ext cx="8686428" cy="878967"/>
          </a:xfrm>
          <a:prstGeom prst="rect">
            <a:avLst/>
          </a:prstGeom>
        </p:spPr>
        <p:txBody>
          <a:bodyPr/>
          <a:lstStyle/>
          <a:p>
            <a:pPr/>
            <a:r>
              <a:t>Challenges and Gaps</a:t>
            </a:r>
          </a:p>
        </p:txBody>
      </p:sp>
      <p:sp>
        <p:nvSpPr>
          <p:cNvPr id="228" name="Content Placeholder 2"/>
          <p:cNvSpPr txBox="1"/>
          <p:nvPr>
            <p:ph type="body" idx="1"/>
          </p:nvPr>
        </p:nvSpPr>
        <p:spPr>
          <a:xfrm>
            <a:off x="213473" y="1338866"/>
            <a:ext cx="8686428" cy="4262715"/>
          </a:xfrm>
          <a:prstGeom prst="rect">
            <a:avLst/>
          </a:prstGeom>
        </p:spPr>
        <p:txBody>
          <a:bodyPr/>
          <a:lstStyle/>
          <a:p>
            <a:pPr>
              <a:defRPr b="1"/>
            </a:pPr>
            <a:r>
              <a:t>Context &amp; Sarcasm:</a:t>
            </a:r>
            <a:r>
              <a:rPr b="0"/>
              <a:t> “Great job burning my pizza!” — an unsolved problem</a:t>
            </a:r>
          </a:p>
          <a:p>
            <a:pPr>
              <a:defRPr b="1"/>
            </a:pPr>
            <a:r>
              <a:t>Lexicon mismatch:</a:t>
            </a:r>
            <a:r>
              <a:rPr b="0"/>
              <a:t> limited by real-world data noise, slang, and sarcasm</a:t>
            </a:r>
          </a:p>
          <a:p>
            <a:pPr>
              <a:defRPr b="1"/>
            </a:pPr>
            <a:r>
              <a:t>***Imbalanced data***:</a:t>
            </a:r>
            <a:r>
              <a:rPr b="0"/>
              <a:t> most reviews are 4 or 5 stars </a:t>
            </a:r>
          </a:p>
          <a:p>
            <a:pPr>
              <a:defRPr b="1"/>
            </a:pPr>
            <a:r>
              <a:t>Explaining middle ratings: </a:t>
            </a:r>
            <a:r>
              <a:rPr b="0"/>
              <a:t>very difficult to discern between 2 &amp; 3 star ratings</a:t>
            </a:r>
          </a:p>
        </p:txBody>
      </p:sp>
      <p:pic>
        <p:nvPicPr>
          <p:cNvPr id="229" name="image3.png" descr="image3.png"/>
          <p:cNvPicPr>
            <a:picLocks noChangeAspect="1"/>
          </p:cNvPicPr>
          <p:nvPr/>
        </p:nvPicPr>
        <p:blipFill>
          <a:blip r:embed="rId2">
            <a:extLst/>
          </a:blip>
          <a:stretch>
            <a:fillRect/>
          </a:stretch>
        </p:blipFill>
        <p:spPr>
          <a:xfrm>
            <a:off x="1923361" y="3795143"/>
            <a:ext cx="5266652" cy="2046527"/>
          </a:xfrm>
          <a:prstGeom prst="rect">
            <a:avLst/>
          </a:prstGeom>
          <a:ln w="12700">
            <a:miter lim="400000"/>
          </a:ln>
        </p:spPr>
      </p:pic>
      <p:sp>
        <p:nvSpPr>
          <p:cNvPr id="230" name="Source: Asghar et al."/>
          <p:cNvSpPr txBox="1"/>
          <p:nvPr/>
        </p:nvSpPr>
        <p:spPr>
          <a:xfrm>
            <a:off x="3377879" y="5656536"/>
            <a:ext cx="2000132" cy="333084"/>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a:r>
              <a:t>Source: Asghar et al.</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2" name="Papers Read"/>
          <p:cNvSpPr txBox="1"/>
          <p:nvPr>
            <p:ph type="title"/>
          </p:nvPr>
        </p:nvSpPr>
        <p:spPr>
          <a:xfrm>
            <a:off x="213473" y="341768"/>
            <a:ext cx="8686429" cy="878967"/>
          </a:xfrm>
          <a:prstGeom prst="rect">
            <a:avLst/>
          </a:prstGeom>
        </p:spPr>
        <p:txBody>
          <a:bodyPr/>
          <a:lstStyle/>
          <a:p>
            <a:pPr/>
            <a:r>
              <a:t>Papers Read</a:t>
            </a:r>
          </a:p>
        </p:txBody>
      </p:sp>
      <p:sp>
        <p:nvSpPr>
          <p:cNvPr id="233" name="Sentiment Analysis on Product Reviews Using Machine Learning Techniques; Rajkumar S. Jagdale, Vishal S. Shirsat and Sachin N. Deshmuk…"/>
          <p:cNvSpPr txBox="1"/>
          <p:nvPr>
            <p:ph type="body" idx="1"/>
          </p:nvPr>
        </p:nvSpPr>
        <p:spPr>
          <a:xfrm>
            <a:off x="213473" y="1338867"/>
            <a:ext cx="8686429" cy="4262712"/>
          </a:xfrm>
          <a:prstGeom prst="rect">
            <a:avLst/>
          </a:prstGeom>
        </p:spPr>
        <p:txBody>
          <a:bodyPr/>
          <a:lstStyle/>
          <a:p>
            <a:pPr marL="0" indent="0" defTabSz="434340">
              <a:spcBef>
                <a:spcPts val="1500"/>
              </a:spcBef>
              <a:buSzTx/>
              <a:buNone/>
              <a:defRPr i="1" sz="1300">
                <a:latin typeface="+mn-lt"/>
                <a:ea typeface="+mn-ea"/>
                <a:cs typeface="+mn-cs"/>
                <a:sym typeface="Helvetica"/>
              </a:defRPr>
            </a:pPr>
            <a:r>
              <a:t>Sentiment Analysis on Product Reviews Using Machine Learning Techniques</a:t>
            </a:r>
            <a:r>
              <a:rPr i="0"/>
              <a:t>; Rajkumar S. Jagdale, Vishal S. Shirsat and Sachin N. Deshmuk </a:t>
            </a:r>
          </a:p>
          <a:p>
            <a:pPr marL="0" indent="0" defTabSz="434340">
              <a:spcBef>
                <a:spcPts val="1500"/>
              </a:spcBef>
              <a:buSzTx/>
              <a:buNone/>
              <a:defRPr i="1" sz="1300">
                <a:latin typeface="+mn-lt"/>
                <a:ea typeface="+mn-ea"/>
                <a:cs typeface="+mn-cs"/>
                <a:sym typeface="Helvetica"/>
              </a:defRPr>
            </a:pPr>
            <a:r>
              <a:t>Yelp Dataset Challenge: Review Rating Prediction</a:t>
            </a:r>
            <a:r>
              <a:rPr i="0"/>
              <a:t>; Nabiha Asghar </a:t>
            </a:r>
          </a:p>
          <a:p>
            <a:pPr marL="0" indent="0" defTabSz="434340">
              <a:spcBef>
                <a:spcPts val="1500"/>
              </a:spcBef>
              <a:buSzTx/>
              <a:buNone/>
              <a:defRPr i="1" sz="1300">
                <a:latin typeface="+mn-lt"/>
                <a:ea typeface="+mn-ea"/>
                <a:cs typeface="+mn-cs"/>
                <a:sym typeface="Helvetica"/>
              </a:defRPr>
            </a:pPr>
            <a:r>
              <a:t>Sentiment Analysis: A Systematic Case Study with Yelp Scores</a:t>
            </a:r>
            <a:r>
              <a:rPr i="0"/>
              <a:t>; Wenping Wang Et al. </a:t>
            </a:r>
          </a:p>
          <a:p>
            <a:pPr marL="0" indent="0" defTabSz="434340">
              <a:spcBef>
                <a:spcPts val="1500"/>
              </a:spcBef>
              <a:buSzTx/>
              <a:buNone/>
              <a:defRPr i="1" sz="1300">
                <a:latin typeface="+mn-lt"/>
                <a:ea typeface="+mn-ea"/>
                <a:cs typeface="+mn-cs"/>
                <a:sym typeface="Helvetica"/>
              </a:defRPr>
            </a:pPr>
            <a:r>
              <a:t>Ensemble Sentiment Analysis Using Bi-LSTM and CNN</a:t>
            </a:r>
            <a:r>
              <a:rPr i="0"/>
              <a:t>; Puneet Singh Lamba Et al.</a:t>
            </a:r>
          </a:p>
          <a:p>
            <a:pPr marL="0" indent="0" defTabSz="434340">
              <a:spcBef>
                <a:spcPts val="1500"/>
              </a:spcBef>
              <a:buSzTx/>
              <a:buNone/>
              <a:defRPr i="1" sz="1300">
                <a:latin typeface="+mn-lt"/>
                <a:ea typeface="+mn-ea"/>
                <a:cs typeface="+mn-cs"/>
                <a:sym typeface="Helvetica"/>
              </a:defRPr>
            </a:pPr>
            <a:r>
              <a:t>Sentiment Analysis of Restaurant Reviews using Combined CNN-LSTM</a:t>
            </a:r>
            <a:r>
              <a:rPr i="0"/>
              <a:t>; Naimul Hossain Et al. </a:t>
            </a:r>
          </a:p>
          <a:p>
            <a:pPr marL="0" indent="0" defTabSz="434340">
              <a:spcBef>
                <a:spcPts val="1500"/>
              </a:spcBef>
              <a:buSzTx/>
              <a:buNone/>
              <a:defRPr i="1" sz="1300">
                <a:latin typeface="+mn-lt"/>
                <a:ea typeface="+mn-ea"/>
                <a:cs typeface="+mn-cs"/>
                <a:sym typeface="Helvetica"/>
              </a:defRPr>
            </a:pPr>
            <a:r>
              <a:t>Sentiment Analysis of Yelp Reviews by Machine Learning</a:t>
            </a:r>
            <a:r>
              <a:rPr i="0"/>
              <a:t>; Hemalatha S, Ramathmika </a:t>
            </a:r>
          </a:p>
          <a:p>
            <a:pPr marL="0" indent="0" defTabSz="434340">
              <a:spcBef>
                <a:spcPts val="1500"/>
              </a:spcBef>
              <a:buSzTx/>
              <a:buNone/>
              <a:defRPr i="1" sz="1300">
                <a:latin typeface="+mn-lt"/>
                <a:ea typeface="+mn-ea"/>
                <a:cs typeface="+mn-cs"/>
                <a:sym typeface="Helvetica"/>
              </a:defRPr>
            </a:pPr>
            <a:r>
              <a:t>Sentiment Analysis on Food Review using Machine Learning Approach</a:t>
            </a:r>
            <a:r>
              <a:rPr i="0"/>
              <a:t>; Nourin Islam, Ms. Nasrin Akter, Abdus Sattar </a:t>
            </a:r>
          </a:p>
          <a:p>
            <a:pPr marL="0" indent="0" defTabSz="434340">
              <a:spcBef>
                <a:spcPts val="1500"/>
              </a:spcBef>
              <a:buSzTx/>
              <a:buNone/>
              <a:defRPr i="1" sz="1300">
                <a:latin typeface="+mn-lt"/>
                <a:ea typeface="+mn-ea"/>
                <a:cs typeface="+mn-cs"/>
                <a:sym typeface="Helvetica"/>
              </a:defRPr>
            </a:pPr>
            <a:r>
              <a:t>Sentiment Analysis using Machine Learning Techniques on Python</a:t>
            </a:r>
            <a:r>
              <a:rPr i="0"/>
              <a:t>; Ratheee Et al. </a:t>
            </a:r>
          </a:p>
          <a:p>
            <a:pPr marL="0" indent="0" defTabSz="434340">
              <a:spcBef>
                <a:spcPts val="1500"/>
              </a:spcBef>
              <a:buSzTx/>
              <a:buNone/>
              <a:defRPr i="1" sz="1300">
                <a:latin typeface="+mn-lt"/>
                <a:ea typeface="+mn-ea"/>
                <a:cs typeface="+mn-cs"/>
                <a:sym typeface="Helvetica"/>
              </a:defRPr>
            </a:pPr>
            <a:r>
              <a:t>Sentiment Analysis of Yelp‘s Ratings Based on Text Reviews;</a:t>
            </a:r>
            <a:r>
              <a:rPr i="0"/>
              <a:t> Xu Et al. </a:t>
            </a:r>
          </a:p>
          <a:p>
            <a:pPr marL="0" indent="0" defTabSz="434340">
              <a:spcBef>
                <a:spcPts val="1500"/>
              </a:spcBef>
              <a:buSzTx/>
              <a:buNone/>
              <a:defRPr i="1" sz="1300">
                <a:latin typeface="+mn-lt"/>
                <a:ea typeface="+mn-ea"/>
                <a:cs typeface="+mn-cs"/>
                <a:sym typeface="Helvetica"/>
              </a:defRPr>
            </a:pPr>
            <a:r>
              <a:t>Predicting a Business’ Star in Yelp from Its Reviews’ Text Alone</a:t>
            </a:r>
            <a:r>
              <a:rPr i="0"/>
              <a:t>; Fan, Khademi</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003B7C"/>
      </a:accent1>
      <a:accent2>
        <a:srgbClr val="9CA09C"/>
      </a:accent2>
      <a:accent3>
        <a:srgbClr val="00A4CC"/>
      </a:accent3>
      <a:accent4>
        <a:srgbClr val="46A536"/>
      </a:accent4>
      <a:accent5>
        <a:srgbClr val="CD0032"/>
      </a:accent5>
      <a:accent6>
        <a:srgbClr val="580A1D"/>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003B7C"/>
      </a:accent1>
      <a:accent2>
        <a:srgbClr val="9CA09C"/>
      </a:accent2>
      <a:accent3>
        <a:srgbClr val="00A4CC"/>
      </a:accent3>
      <a:accent4>
        <a:srgbClr val="46A536"/>
      </a:accent4>
      <a:accent5>
        <a:srgbClr val="CD0032"/>
      </a:accent5>
      <a:accent6>
        <a:srgbClr val="580A1D"/>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